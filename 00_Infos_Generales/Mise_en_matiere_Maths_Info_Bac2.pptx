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4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26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1.xml.rels><?xml version="1.0" encoding="UTF-8" standalone="yes"?>
<Relationships xmlns="http://schemas.openxmlformats.org/package/2006/relationships"><Relationship Id="rId1" Type="http://schemas.openxmlformats.org/officeDocument/2006/relationships/hyperlink" Target="https://ocw.mit.edu/courses/6-042j-mathematics-for-computer-science-spring-2015/" TargetMode="External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1.xml.rels><?xml version="1.0" encoding="UTF-8" standalone="yes"?>
<Relationships xmlns="http://schemas.openxmlformats.org/package/2006/relationships"><Relationship Id="rId1" Type="http://schemas.openxmlformats.org/officeDocument/2006/relationships/hyperlink" Target="https://ocw.mit.edu/courses/6-042j-mathematics-for-computer-science-spring-2015/" TargetMode="External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4FEA96-2EEC-4476-A3DD-CAB07316037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1BE8701-86B5-4CFF-9FEE-55F965CD8F89}">
      <dgm:prSet/>
      <dgm:spPr/>
      <dgm:t>
        <a:bodyPr/>
        <a:lstStyle/>
        <a:p>
          <a:r>
            <a:rPr lang="en-US"/>
            <a:t>Écrire des conditions justes (si/alors) = logique</a:t>
          </a:r>
        </a:p>
      </dgm:t>
    </dgm:pt>
    <dgm:pt modelId="{C68185A2-533F-46AD-9AE7-2814E5582741}" type="parTrans" cxnId="{3CDDC9B5-8630-47B1-9409-96B8D40AEA95}">
      <dgm:prSet/>
      <dgm:spPr/>
      <dgm:t>
        <a:bodyPr/>
        <a:lstStyle/>
        <a:p>
          <a:endParaRPr lang="en-US"/>
        </a:p>
      </dgm:t>
    </dgm:pt>
    <dgm:pt modelId="{589A1FF7-58FF-465D-9D6B-ABA87D35F7E8}" type="sibTrans" cxnId="{3CDDC9B5-8630-47B1-9409-96B8D40AEA95}">
      <dgm:prSet/>
      <dgm:spPr/>
      <dgm:t>
        <a:bodyPr/>
        <a:lstStyle/>
        <a:p>
          <a:endParaRPr lang="en-US"/>
        </a:p>
      </dgm:t>
    </dgm:pt>
    <dgm:pt modelId="{A6F68974-B2D8-420B-B0D8-368650E23F3A}">
      <dgm:prSet/>
      <dgm:spPr/>
      <dgm:t>
        <a:bodyPr/>
        <a:lstStyle/>
        <a:p>
          <a:r>
            <a:rPr lang="en-US"/>
            <a:t>Données sans doublons, clés, relations = ensembles et fonctions</a:t>
          </a:r>
        </a:p>
      </dgm:t>
    </dgm:pt>
    <dgm:pt modelId="{FB1B33E2-3D50-4601-8C54-703B4B1694E4}" type="parTrans" cxnId="{00350AC0-B0E7-4D0A-A68A-94D73F94F067}">
      <dgm:prSet/>
      <dgm:spPr/>
      <dgm:t>
        <a:bodyPr/>
        <a:lstStyle/>
        <a:p>
          <a:endParaRPr lang="en-US"/>
        </a:p>
      </dgm:t>
    </dgm:pt>
    <dgm:pt modelId="{347DB868-C108-43D3-9F13-B5CFA27463E1}" type="sibTrans" cxnId="{00350AC0-B0E7-4D0A-A68A-94D73F94F067}">
      <dgm:prSet/>
      <dgm:spPr/>
      <dgm:t>
        <a:bodyPr/>
        <a:lstStyle/>
        <a:p>
          <a:endParaRPr lang="en-US"/>
        </a:p>
      </dgm:t>
    </dgm:pt>
    <dgm:pt modelId="{A1E40560-2D6E-4FFB-8455-27C73F42F3EE}">
      <dgm:prSet/>
      <dgm:spPr/>
      <dgm:t>
        <a:bodyPr/>
        <a:lstStyle/>
        <a:p>
          <a:r>
            <a:rPr lang="en-US"/>
            <a:t>Raisonner sur des algorithmes = invariants, récurrence (light)</a:t>
          </a:r>
        </a:p>
      </dgm:t>
    </dgm:pt>
    <dgm:pt modelId="{C048B56D-FAFE-4ECD-A384-77588D11E852}" type="parTrans" cxnId="{DD0A3984-3D97-4DBB-A5A6-FFF8CAB11383}">
      <dgm:prSet/>
      <dgm:spPr/>
      <dgm:t>
        <a:bodyPr/>
        <a:lstStyle/>
        <a:p>
          <a:endParaRPr lang="en-US"/>
        </a:p>
      </dgm:t>
    </dgm:pt>
    <dgm:pt modelId="{7D9BE8A8-8AEE-477E-BBC0-45FF0A66D66C}" type="sibTrans" cxnId="{DD0A3984-3D97-4DBB-A5A6-FFF8CAB11383}">
      <dgm:prSet/>
      <dgm:spPr/>
      <dgm:t>
        <a:bodyPr/>
        <a:lstStyle/>
        <a:p>
          <a:endParaRPr lang="en-US"/>
        </a:p>
      </dgm:t>
    </dgm:pt>
    <dgm:pt modelId="{1FF03603-27B7-4345-8BEF-C9257790BEFE}">
      <dgm:prSet/>
      <dgm:spPr/>
      <dgm:t>
        <a:bodyPr/>
        <a:lstStyle/>
        <a:p>
          <a:r>
            <a:rPr lang="en-US"/>
            <a:t>Évaluer des cas/exceptions = combinatoire &amp; probabilités</a:t>
          </a:r>
        </a:p>
      </dgm:t>
    </dgm:pt>
    <dgm:pt modelId="{FE941A41-B462-4A88-A6E6-5FE9E6450F40}" type="parTrans" cxnId="{8208D82E-8143-4CE1-827D-A6929115B9FD}">
      <dgm:prSet/>
      <dgm:spPr/>
      <dgm:t>
        <a:bodyPr/>
        <a:lstStyle/>
        <a:p>
          <a:endParaRPr lang="en-US"/>
        </a:p>
      </dgm:t>
    </dgm:pt>
    <dgm:pt modelId="{17004BD0-0B25-4FDA-9DDA-4D8DA105F0A0}" type="sibTrans" cxnId="{8208D82E-8143-4CE1-827D-A6929115B9FD}">
      <dgm:prSet/>
      <dgm:spPr/>
      <dgm:t>
        <a:bodyPr/>
        <a:lstStyle/>
        <a:p>
          <a:endParaRPr lang="en-US"/>
        </a:p>
      </dgm:t>
    </dgm:pt>
    <dgm:pt modelId="{11E0E0E9-8285-4260-B05E-AFD342F1CA28}">
      <dgm:prSet/>
      <dgm:spPr/>
      <dgm:t>
        <a:bodyPr/>
        <a:lstStyle/>
        <a:p>
          <a:r>
            <a:rPr lang="en-US"/>
            <a:t>Comprendre les limites (temps/mémoire) = complexité (aperçu)</a:t>
          </a:r>
        </a:p>
      </dgm:t>
    </dgm:pt>
    <dgm:pt modelId="{9985574A-E96D-46D3-BEE0-B89E5360CF04}" type="parTrans" cxnId="{43DF83B3-F8C1-4A7C-8E04-0401977981D5}">
      <dgm:prSet/>
      <dgm:spPr/>
      <dgm:t>
        <a:bodyPr/>
        <a:lstStyle/>
        <a:p>
          <a:endParaRPr lang="en-US"/>
        </a:p>
      </dgm:t>
    </dgm:pt>
    <dgm:pt modelId="{699D9AAF-D83D-4963-BBB1-8D2509514D10}" type="sibTrans" cxnId="{43DF83B3-F8C1-4A7C-8E04-0401977981D5}">
      <dgm:prSet/>
      <dgm:spPr/>
      <dgm:t>
        <a:bodyPr/>
        <a:lstStyle/>
        <a:p>
          <a:endParaRPr lang="en-US"/>
        </a:p>
      </dgm:t>
    </dgm:pt>
    <dgm:pt modelId="{2F38A698-AB33-44ED-BFDC-4CEB46F333B5}" type="pres">
      <dgm:prSet presAssocID="{7B4FEA96-2EEC-4476-A3DD-CAB073160372}" presName="linear" presStyleCnt="0">
        <dgm:presLayoutVars>
          <dgm:animLvl val="lvl"/>
          <dgm:resizeHandles val="exact"/>
        </dgm:presLayoutVars>
      </dgm:prSet>
      <dgm:spPr/>
    </dgm:pt>
    <dgm:pt modelId="{C1FB703A-63A2-4A02-961E-C3262EBD2642}" type="pres">
      <dgm:prSet presAssocID="{01BE8701-86B5-4CFF-9FEE-55F965CD8F8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B32E27F-A319-4880-8B50-D939DA42EFF0}" type="pres">
      <dgm:prSet presAssocID="{589A1FF7-58FF-465D-9D6B-ABA87D35F7E8}" presName="spacer" presStyleCnt="0"/>
      <dgm:spPr/>
    </dgm:pt>
    <dgm:pt modelId="{C2DC2FE3-E809-4936-91A9-6AA3E4C6ED43}" type="pres">
      <dgm:prSet presAssocID="{A6F68974-B2D8-420B-B0D8-368650E23F3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4DA16E1-4D2B-4D0E-B328-18C6EB414544}" type="pres">
      <dgm:prSet presAssocID="{347DB868-C108-43D3-9F13-B5CFA27463E1}" presName="spacer" presStyleCnt="0"/>
      <dgm:spPr/>
    </dgm:pt>
    <dgm:pt modelId="{BB13FFB4-07D0-4149-9738-1F0D09277762}" type="pres">
      <dgm:prSet presAssocID="{A1E40560-2D6E-4FFB-8455-27C73F42F3E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9348824-4372-4BAA-8DCA-AA3115CAB704}" type="pres">
      <dgm:prSet presAssocID="{7D9BE8A8-8AEE-477E-BBC0-45FF0A66D66C}" presName="spacer" presStyleCnt="0"/>
      <dgm:spPr/>
    </dgm:pt>
    <dgm:pt modelId="{CF666336-24EF-42BA-90DB-85C36AD088C5}" type="pres">
      <dgm:prSet presAssocID="{1FF03603-27B7-4345-8BEF-C9257790BEF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8072F44-6887-4B4D-943C-5EBDDAAA0BF7}" type="pres">
      <dgm:prSet presAssocID="{17004BD0-0B25-4FDA-9DDA-4D8DA105F0A0}" presName="spacer" presStyleCnt="0"/>
      <dgm:spPr/>
    </dgm:pt>
    <dgm:pt modelId="{E90D91B3-4FA2-489C-B0C7-DB33087C21DF}" type="pres">
      <dgm:prSet presAssocID="{11E0E0E9-8285-4260-B05E-AFD342F1CA2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208D82E-8143-4CE1-827D-A6929115B9FD}" srcId="{7B4FEA96-2EEC-4476-A3DD-CAB073160372}" destId="{1FF03603-27B7-4345-8BEF-C9257790BEFE}" srcOrd="3" destOrd="0" parTransId="{FE941A41-B462-4A88-A6E6-5FE9E6450F40}" sibTransId="{17004BD0-0B25-4FDA-9DDA-4D8DA105F0A0}"/>
    <dgm:cxn modelId="{759D9443-B3D3-4E77-8631-662661392B7F}" type="presOf" srcId="{A6F68974-B2D8-420B-B0D8-368650E23F3A}" destId="{C2DC2FE3-E809-4936-91A9-6AA3E4C6ED43}" srcOrd="0" destOrd="0" presId="urn:microsoft.com/office/officeart/2005/8/layout/vList2"/>
    <dgm:cxn modelId="{22B0434A-1111-4B11-85CD-1375E4988FD6}" type="presOf" srcId="{A1E40560-2D6E-4FFB-8455-27C73F42F3EE}" destId="{BB13FFB4-07D0-4149-9738-1F0D09277762}" srcOrd="0" destOrd="0" presId="urn:microsoft.com/office/officeart/2005/8/layout/vList2"/>
    <dgm:cxn modelId="{DD0A3984-3D97-4DBB-A5A6-FFF8CAB11383}" srcId="{7B4FEA96-2EEC-4476-A3DD-CAB073160372}" destId="{A1E40560-2D6E-4FFB-8455-27C73F42F3EE}" srcOrd="2" destOrd="0" parTransId="{C048B56D-FAFE-4ECD-A384-77588D11E852}" sibTransId="{7D9BE8A8-8AEE-477E-BBC0-45FF0A66D66C}"/>
    <dgm:cxn modelId="{43DF83B3-F8C1-4A7C-8E04-0401977981D5}" srcId="{7B4FEA96-2EEC-4476-A3DD-CAB073160372}" destId="{11E0E0E9-8285-4260-B05E-AFD342F1CA28}" srcOrd="4" destOrd="0" parTransId="{9985574A-E96D-46D3-BEE0-B89E5360CF04}" sibTransId="{699D9AAF-D83D-4963-BBB1-8D2509514D10}"/>
    <dgm:cxn modelId="{3CDDC9B5-8630-47B1-9409-96B8D40AEA95}" srcId="{7B4FEA96-2EEC-4476-A3DD-CAB073160372}" destId="{01BE8701-86B5-4CFF-9FEE-55F965CD8F89}" srcOrd="0" destOrd="0" parTransId="{C68185A2-533F-46AD-9AE7-2814E5582741}" sibTransId="{589A1FF7-58FF-465D-9D6B-ABA87D35F7E8}"/>
    <dgm:cxn modelId="{32D452B8-A185-4531-B1C6-6B747A38A5A6}" type="presOf" srcId="{11E0E0E9-8285-4260-B05E-AFD342F1CA28}" destId="{E90D91B3-4FA2-489C-B0C7-DB33087C21DF}" srcOrd="0" destOrd="0" presId="urn:microsoft.com/office/officeart/2005/8/layout/vList2"/>
    <dgm:cxn modelId="{00350AC0-B0E7-4D0A-A68A-94D73F94F067}" srcId="{7B4FEA96-2EEC-4476-A3DD-CAB073160372}" destId="{A6F68974-B2D8-420B-B0D8-368650E23F3A}" srcOrd="1" destOrd="0" parTransId="{FB1B33E2-3D50-4601-8C54-703B4B1694E4}" sibTransId="{347DB868-C108-43D3-9F13-B5CFA27463E1}"/>
    <dgm:cxn modelId="{A3F24BD4-FD68-4BA5-A523-A670336AAFFB}" type="presOf" srcId="{1FF03603-27B7-4345-8BEF-C9257790BEFE}" destId="{CF666336-24EF-42BA-90DB-85C36AD088C5}" srcOrd="0" destOrd="0" presId="urn:microsoft.com/office/officeart/2005/8/layout/vList2"/>
    <dgm:cxn modelId="{127EC4D8-3270-46BF-9DE2-F93BB54080FE}" type="presOf" srcId="{01BE8701-86B5-4CFF-9FEE-55F965CD8F89}" destId="{C1FB703A-63A2-4A02-961E-C3262EBD2642}" srcOrd="0" destOrd="0" presId="urn:microsoft.com/office/officeart/2005/8/layout/vList2"/>
    <dgm:cxn modelId="{57C1A0E4-B9B2-4F87-83E9-9C4E43088D4F}" type="presOf" srcId="{7B4FEA96-2EEC-4476-A3DD-CAB073160372}" destId="{2F38A698-AB33-44ED-BFDC-4CEB46F333B5}" srcOrd="0" destOrd="0" presId="urn:microsoft.com/office/officeart/2005/8/layout/vList2"/>
    <dgm:cxn modelId="{22B7CDA6-730E-4B82-AACE-99A90C6F5093}" type="presParOf" srcId="{2F38A698-AB33-44ED-BFDC-4CEB46F333B5}" destId="{C1FB703A-63A2-4A02-961E-C3262EBD2642}" srcOrd="0" destOrd="0" presId="urn:microsoft.com/office/officeart/2005/8/layout/vList2"/>
    <dgm:cxn modelId="{968CF7FC-5AE9-40D3-84E3-B30AE8E89315}" type="presParOf" srcId="{2F38A698-AB33-44ED-BFDC-4CEB46F333B5}" destId="{5B32E27F-A319-4880-8B50-D939DA42EFF0}" srcOrd="1" destOrd="0" presId="urn:microsoft.com/office/officeart/2005/8/layout/vList2"/>
    <dgm:cxn modelId="{85CAA845-F772-48A3-A596-AAA3E317DD92}" type="presParOf" srcId="{2F38A698-AB33-44ED-BFDC-4CEB46F333B5}" destId="{C2DC2FE3-E809-4936-91A9-6AA3E4C6ED43}" srcOrd="2" destOrd="0" presId="urn:microsoft.com/office/officeart/2005/8/layout/vList2"/>
    <dgm:cxn modelId="{E1F0CBB4-2D96-4B12-A62D-D95A5FB690F3}" type="presParOf" srcId="{2F38A698-AB33-44ED-BFDC-4CEB46F333B5}" destId="{B4DA16E1-4D2B-4D0E-B328-18C6EB414544}" srcOrd="3" destOrd="0" presId="urn:microsoft.com/office/officeart/2005/8/layout/vList2"/>
    <dgm:cxn modelId="{045ED557-A08F-4D69-8DAF-6F1B10BBD19F}" type="presParOf" srcId="{2F38A698-AB33-44ED-BFDC-4CEB46F333B5}" destId="{BB13FFB4-07D0-4149-9738-1F0D09277762}" srcOrd="4" destOrd="0" presId="urn:microsoft.com/office/officeart/2005/8/layout/vList2"/>
    <dgm:cxn modelId="{513E013F-63E2-4035-B353-59650582C646}" type="presParOf" srcId="{2F38A698-AB33-44ED-BFDC-4CEB46F333B5}" destId="{99348824-4372-4BAA-8DCA-AA3115CAB704}" srcOrd="5" destOrd="0" presId="urn:microsoft.com/office/officeart/2005/8/layout/vList2"/>
    <dgm:cxn modelId="{E9219083-C0E2-48C1-B1B4-811BE7EF8115}" type="presParOf" srcId="{2F38A698-AB33-44ED-BFDC-4CEB46F333B5}" destId="{CF666336-24EF-42BA-90DB-85C36AD088C5}" srcOrd="6" destOrd="0" presId="urn:microsoft.com/office/officeart/2005/8/layout/vList2"/>
    <dgm:cxn modelId="{CAAD2786-92B1-4BED-9BF9-4E992EBE5E44}" type="presParOf" srcId="{2F38A698-AB33-44ED-BFDC-4CEB46F333B5}" destId="{78072F44-6887-4B4D-943C-5EBDDAAA0BF7}" srcOrd="7" destOrd="0" presId="urn:microsoft.com/office/officeart/2005/8/layout/vList2"/>
    <dgm:cxn modelId="{C944C126-A57D-4279-88F9-56892738E475}" type="presParOf" srcId="{2F38A698-AB33-44ED-BFDC-4CEB46F333B5}" destId="{E90D91B3-4FA2-489C-B0C7-DB33087C21D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F1EB82-FE7D-48F5-B693-F1370F86157B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7A44109-962A-43A0-BC94-E00B3B9D9C33}">
      <dgm:prSet/>
      <dgm:spPr/>
      <dgm:t>
        <a:bodyPr/>
        <a:lstStyle/>
        <a:p>
          <a:r>
            <a:rPr lang="fr-FR" b="1" dirty="0"/>
            <a:t>Lire et interpréter des propositions logiques</a:t>
          </a:r>
          <a:r>
            <a:rPr lang="fr-FR" dirty="0"/>
            <a:t> - priorité des connecteurs, tables de vérité</a:t>
          </a:r>
          <a:endParaRPr lang="en-US" dirty="0"/>
        </a:p>
      </dgm:t>
    </dgm:pt>
    <dgm:pt modelId="{B0D78A0B-B4F4-4A7A-B1A0-B9DBF2A6D29B}" type="parTrans" cxnId="{CDFD5CF4-28B2-4F1A-8BA9-9C56DEF299AF}">
      <dgm:prSet/>
      <dgm:spPr/>
      <dgm:t>
        <a:bodyPr/>
        <a:lstStyle/>
        <a:p>
          <a:endParaRPr lang="en-US"/>
        </a:p>
      </dgm:t>
    </dgm:pt>
    <dgm:pt modelId="{67C7BE57-263F-4A9B-AED4-3CD2D1336AD2}" type="sibTrans" cxnId="{CDFD5CF4-28B2-4F1A-8BA9-9C56DEF299AF}">
      <dgm:prSet/>
      <dgm:spPr/>
      <dgm:t>
        <a:bodyPr/>
        <a:lstStyle/>
        <a:p>
          <a:endParaRPr lang="en-US"/>
        </a:p>
      </dgm:t>
    </dgm:pt>
    <dgm:pt modelId="{9631D8D2-05AE-4A03-A31A-F8080584F544}">
      <dgm:prSet/>
      <dgm:spPr/>
      <dgm:t>
        <a:bodyPr/>
        <a:lstStyle/>
        <a:p>
          <a:pPr>
            <a:buNone/>
          </a:pPr>
          <a:r>
            <a:rPr lang="fr-FR" b="1" dirty="0"/>
            <a:t>Utiliser des équivalences clés</a:t>
          </a:r>
          <a:r>
            <a:rPr lang="fr-FR" dirty="0"/>
            <a:t> - </a:t>
          </a:r>
          <a:r>
            <a:rPr lang="fr-FR" dirty="0" err="1"/>
            <a:t>implication↔disjonction</a:t>
          </a:r>
          <a:r>
            <a:rPr lang="fr-FR" dirty="0"/>
            <a:t>, De Morgan, contraposée (simplifier/justifier)</a:t>
          </a:r>
        </a:p>
      </dgm:t>
    </dgm:pt>
    <dgm:pt modelId="{D59BBFBA-2C3F-45C0-8469-2A87C0739DE0}" type="parTrans" cxnId="{C1A72425-829B-421E-A73D-C2BBE13F1FDD}">
      <dgm:prSet/>
      <dgm:spPr/>
      <dgm:t>
        <a:bodyPr/>
        <a:lstStyle/>
        <a:p>
          <a:endParaRPr lang="fr-029"/>
        </a:p>
      </dgm:t>
    </dgm:pt>
    <dgm:pt modelId="{75BA4094-9670-471F-97AD-9516940A6722}" type="sibTrans" cxnId="{C1A72425-829B-421E-A73D-C2BBE13F1FDD}">
      <dgm:prSet/>
      <dgm:spPr/>
      <dgm:t>
        <a:bodyPr/>
        <a:lstStyle/>
        <a:p>
          <a:endParaRPr lang="fr-029"/>
        </a:p>
      </dgm:t>
    </dgm:pt>
    <dgm:pt modelId="{7C483364-4615-47B7-869D-6A23BF1F7C60}">
      <dgm:prSet/>
      <dgm:spPr/>
      <dgm:t>
        <a:bodyPr/>
        <a:lstStyle/>
        <a:p>
          <a:pPr>
            <a:buNone/>
          </a:pPr>
          <a:r>
            <a:rPr lang="fr-FR" b="1" dirty="0"/>
            <a:t>Modéliser simplement un problème</a:t>
          </a:r>
          <a:r>
            <a:rPr lang="fr-FR" dirty="0"/>
            <a:t> - ensembles, relations, fonctions ; passer du langage naturel à une forme claire</a:t>
          </a:r>
        </a:p>
      </dgm:t>
    </dgm:pt>
    <dgm:pt modelId="{19079772-8159-4AA3-986D-53E685464D23}" type="parTrans" cxnId="{0F4CD0AF-7245-4072-A882-D52CDF032A24}">
      <dgm:prSet/>
      <dgm:spPr/>
      <dgm:t>
        <a:bodyPr/>
        <a:lstStyle/>
        <a:p>
          <a:endParaRPr lang="fr-029"/>
        </a:p>
      </dgm:t>
    </dgm:pt>
    <dgm:pt modelId="{BEAD82DC-B326-403E-8235-F9D3895EB0D2}" type="sibTrans" cxnId="{0F4CD0AF-7245-4072-A882-D52CDF032A24}">
      <dgm:prSet/>
      <dgm:spPr/>
      <dgm:t>
        <a:bodyPr/>
        <a:lstStyle/>
        <a:p>
          <a:endParaRPr lang="fr-029"/>
        </a:p>
      </dgm:t>
    </dgm:pt>
    <dgm:pt modelId="{C59F0133-27ED-4A42-8690-0C45AFA1B0A3}">
      <dgm:prSet/>
      <dgm:spPr/>
      <dgm:t>
        <a:bodyPr/>
        <a:lstStyle/>
        <a:p>
          <a:pPr>
            <a:buNone/>
          </a:pPr>
          <a:r>
            <a:rPr lang="fr-FR" b="1" dirty="0"/>
            <a:t>Appliquer l’arithmétique des entiers</a:t>
          </a:r>
          <a:r>
            <a:rPr lang="fr-FR" dirty="0"/>
            <a:t> - division euclidienne, PGCD, congruences (parité, périodicité, hachage simple)</a:t>
          </a:r>
        </a:p>
      </dgm:t>
    </dgm:pt>
    <dgm:pt modelId="{0265FBAB-6501-4E86-8469-15CA1E7BA475}" type="parTrans" cxnId="{8C66FFC2-0B88-45B2-8ED3-BAB2B97A0C42}">
      <dgm:prSet/>
      <dgm:spPr/>
      <dgm:t>
        <a:bodyPr/>
        <a:lstStyle/>
        <a:p>
          <a:endParaRPr lang="fr-029"/>
        </a:p>
      </dgm:t>
    </dgm:pt>
    <dgm:pt modelId="{7500744D-E3F9-4774-976C-772B728AF1FD}" type="sibTrans" cxnId="{8C66FFC2-0B88-45B2-8ED3-BAB2B97A0C42}">
      <dgm:prSet/>
      <dgm:spPr/>
      <dgm:t>
        <a:bodyPr/>
        <a:lstStyle/>
        <a:p>
          <a:endParaRPr lang="fr-029"/>
        </a:p>
      </dgm:t>
    </dgm:pt>
    <dgm:pt modelId="{E634B736-7FEC-4A84-8829-9843B5C8BCD2}">
      <dgm:prSet/>
      <dgm:spPr/>
      <dgm:t>
        <a:bodyPr/>
        <a:lstStyle/>
        <a:p>
          <a:pPr>
            <a:buNone/>
          </a:pPr>
          <a:r>
            <a:rPr lang="fr-FR" b="1" dirty="0"/>
            <a:t>Dénombrer des cas simples</a:t>
          </a:r>
          <a:r>
            <a:rPr lang="fr-FR" dirty="0"/>
            <a:t> - produit, permutations/arrangements/combinaisons ; estimer la taille d’un espace</a:t>
          </a:r>
        </a:p>
      </dgm:t>
    </dgm:pt>
    <dgm:pt modelId="{D9BCCCC4-71D5-4471-95DD-97CA4110A033}" type="parTrans" cxnId="{ED83A302-51E5-498D-8E48-CB17F7C68E19}">
      <dgm:prSet/>
      <dgm:spPr/>
      <dgm:t>
        <a:bodyPr/>
        <a:lstStyle/>
        <a:p>
          <a:endParaRPr lang="fr-029"/>
        </a:p>
      </dgm:t>
    </dgm:pt>
    <dgm:pt modelId="{9358A54D-FC00-4D56-AFDC-F32A022F2730}" type="sibTrans" cxnId="{ED83A302-51E5-498D-8E48-CB17F7C68E19}">
      <dgm:prSet/>
      <dgm:spPr/>
      <dgm:t>
        <a:bodyPr/>
        <a:lstStyle/>
        <a:p>
          <a:endParaRPr lang="fr-029"/>
        </a:p>
      </dgm:t>
    </dgm:pt>
    <dgm:pt modelId="{39F6E68C-ACBE-499F-B31F-F88E71647E50}">
      <dgm:prSet/>
      <dgm:spPr/>
      <dgm:t>
        <a:bodyPr/>
        <a:lstStyle/>
        <a:p>
          <a:pPr>
            <a:buNone/>
          </a:pPr>
          <a:r>
            <a:rPr lang="fr-FR" b="1" dirty="0"/>
            <a:t>Calculer des probabilités élémentaires</a:t>
          </a:r>
          <a:r>
            <a:rPr lang="fr-FR" dirty="0"/>
            <a:t> - espaces finis, indépendance ; Bernoulli/Binomiale ; interpréter l’espérance</a:t>
          </a:r>
        </a:p>
      </dgm:t>
    </dgm:pt>
    <dgm:pt modelId="{517D06B4-D70F-44CA-A9EB-432A1CAA16A3}" type="parTrans" cxnId="{BC332C89-EFDB-4257-B7D0-D5CE13D8D8F1}">
      <dgm:prSet/>
      <dgm:spPr/>
      <dgm:t>
        <a:bodyPr/>
        <a:lstStyle/>
        <a:p>
          <a:endParaRPr lang="fr-029"/>
        </a:p>
      </dgm:t>
    </dgm:pt>
    <dgm:pt modelId="{7E41A4F0-CCB7-4617-B50A-766BA2BBAFFE}" type="sibTrans" cxnId="{BC332C89-EFDB-4257-B7D0-D5CE13D8D8F1}">
      <dgm:prSet/>
      <dgm:spPr/>
      <dgm:t>
        <a:bodyPr/>
        <a:lstStyle/>
        <a:p>
          <a:endParaRPr lang="fr-029"/>
        </a:p>
      </dgm:t>
    </dgm:pt>
    <dgm:pt modelId="{872A0197-50D6-4827-BFE9-59C084E04684}">
      <dgm:prSet/>
      <dgm:spPr/>
      <dgm:t>
        <a:bodyPr/>
        <a:lstStyle/>
        <a:p>
          <a:pPr>
            <a:buNone/>
          </a:pPr>
          <a:r>
            <a:rPr lang="fr-FR" b="1" dirty="0"/>
            <a:t>Expliquer une démarche courte de preuve</a:t>
          </a:r>
          <a:r>
            <a:rPr lang="fr-FR" dirty="0"/>
            <a:t> - exemples/contre-exemples, contraposée, récurrence “douce”, invariants</a:t>
          </a:r>
        </a:p>
      </dgm:t>
    </dgm:pt>
    <dgm:pt modelId="{7B476794-83EF-435C-984D-83738EFD1729}" type="parTrans" cxnId="{71E75B9F-DCCE-4F63-AB40-9C4B2DE1150F}">
      <dgm:prSet/>
      <dgm:spPr/>
      <dgm:t>
        <a:bodyPr/>
        <a:lstStyle/>
        <a:p>
          <a:endParaRPr lang="fr-029"/>
        </a:p>
      </dgm:t>
    </dgm:pt>
    <dgm:pt modelId="{90006CB3-EDBD-4448-BDBB-08F59D96E338}" type="sibTrans" cxnId="{71E75B9F-DCCE-4F63-AB40-9C4B2DE1150F}">
      <dgm:prSet/>
      <dgm:spPr/>
      <dgm:t>
        <a:bodyPr/>
        <a:lstStyle/>
        <a:p>
          <a:endParaRPr lang="fr-029"/>
        </a:p>
      </dgm:t>
    </dgm:pt>
    <dgm:pt modelId="{4096A8F4-A46E-44AD-9328-219E8D31D34A}">
      <dgm:prSet/>
      <dgm:spPr/>
      <dgm:t>
        <a:bodyPr/>
        <a:lstStyle/>
        <a:p>
          <a:r>
            <a:rPr lang="fr-FR" b="1" dirty="0"/>
            <a:t>Relier aux objets d’informatique</a:t>
          </a:r>
          <a:r>
            <a:rPr lang="fr-FR" dirty="0"/>
            <a:t> - vocabulaire de base des graphes ; lire O/Ω/Θ pour comparer des approches</a:t>
          </a:r>
        </a:p>
      </dgm:t>
    </dgm:pt>
    <dgm:pt modelId="{77E263E3-AF02-4352-A7F2-65A6A02DB80B}" type="parTrans" cxnId="{164C212E-67CC-4A04-9EAC-643B941A30A8}">
      <dgm:prSet/>
      <dgm:spPr/>
      <dgm:t>
        <a:bodyPr/>
        <a:lstStyle/>
        <a:p>
          <a:endParaRPr lang="fr-029"/>
        </a:p>
      </dgm:t>
    </dgm:pt>
    <dgm:pt modelId="{CCBAAB1E-CEF7-4433-8F66-B97A957B6B4D}" type="sibTrans" cxnId="{164C212E-67CC-4A04-9EAC-643B941A30A8}">
      <dgm:prSet/>
      <dgm:spPr/>
      <dgm:t>
        <a:bodyPr/>
        <a:lstStyle/>
        <a:p>
          <a:endParaRPr lang="fr-029"/>
        </a:p>
      </dgm:t>
    </dgm:pt>
    <dgm:pt modelId="{3E732C62-944D-4C65-8E05-0CD50C9F177F}" type="pres">
      <dgm:prSet presAssocID="{A7F1EB82-FE7D-48F5-B693-F1370F86157B}" presName="diagram" presStyleCnt="0">
        <dgm:presLayoutVars>
          <dgm:dir/>
          <dgm:resizeHandles val="exact"/>
        </dgm:presLayoutVars>
      </dgm:prSet>
      <dgm:spPr/>
    </dgm:pt>
    <dgm:pt modelId="{DB0D9FF9-7440-4326-9EAE-C89EC8F7DAA7}" type="pres">
      <dgm:prSet presAssocID="{37A44109-962A-43A0-BC94-E00B3B9D9C33}" presName="node" presStyleLbl="node1" presStyleIdx="0" presStyleCnt="8">
        <dgm:presLayoutVars>
          <dgm:bulletEnabled val="1"/>
        </dgm:presLayoutVars>
      </dgm:prSet>
      <dgm:spPr/>
    </dgm:pt>
    <dgm:pt modelId="{B01AC935-6493-4D58-B946-ABD3EFF56C5C}" type="pres">
      <dgm:prSet presAssocID="{67C7BE57-263F-4A9B-AED4-3CD2D1336AD2}" presName="sibTrans" presStyleCnt="0"/>
      <dgm:spPr/>
    </dgm:pt>
    <dgm:pt modelId="{F45BC74E-78F2-4173-8E96-99EB15830AF7}" type="pres">
      <dgm:prSet presAssocID="{9631D8D2-05AE-4A03-A31A-F8080584F544}" presName="node" presStyleLbl="node1" presStyleIdx="1" presStyleCnt="8">
        <dgm:presLayoutVars>
          <dgm:bulletEnabled val="1"/>
        </dgm:presLayoutVars>
      </dgm:prSet>
      <dgm:spPr/>
    </dgm:pt>
    <dgm:pt modelId="{989F6B4A-9E66-42E5-AD90-53982CFAE1FA}" type="pres">
      <dgm:prSet presAssocID="{75BA4094-9670-471F-97AD-9516940A6722}" presName="sibTrans" presStyleCnt="0"/>
      <dgm:spPr/>
    </dgm:pt>
    <dgm:pt modelId="{7E96C4E8-ADFE-4271-B07A-8B33A5736872}" type="pres">
      <dgm:prSet presAssocID="{7C483364-4615-47B7-869D-6A23BF1F7C60}" presName="node" presStyleLbl="node1" presStyleIdx="2" presStyleCnt="8">
        <dgm:presLayoutVars>
          <dgm:bulletEnabled val="1"/>
        </dgm:presLayoutVars>
      </dgm:prSet>
      <dgm:spPr/>
    </dgm:pt>
    <dgm:pt modelId="{CCF02C95-65F9-4267-924A-2C1DD44A09B4}" type="pres">
      <dgm:prSet presAssocID="{BEAD82DC-B326-403E-8235-F9D3895EB0D2}" presName="sibTrans" presStyleCnt="0"/>
      <dgm:spPr/>
    </dgm:pt>
    <dgm:pt modelId="{C9F16DAC-DC70-4DF8-B82C-242FFB55A5AB}" type="pres">
      <dgm:prSet presAssocID="{C59F0133-27ED-4A42-8690-0C45AFA1B0A3}" presName="node" presStyleLbl="node1" presStyleIdx="3" presStyleCnt="8">
        <dgm:presLayoutVars>
          <dgm:bulletEnabled val="1"/>
        </dgm:presLayoutVars>
      </dgm:prSet>
      <dgm:spPr/>
    </dgm:pt>
    <dgm:pt modelId="{82034C13-2B12-4C29-ADFF-00CA7E171EC6}" type="pres">
      <dgm:prSet presAssocID="{7500744D-E3F9-4774-976C-772B728AF1FD}" presName="sibTrans" presStyleCnt="0"/>
      <dgm:spPr/>
    </dgm:pt>
    <dgm:pt modelId="{A006F8BD-0E9B-4EA9-BAC0-F0888C48B9D5}" type="pres">
      <dgm:prSet presAssocID="{E634B736-7FEC-4A84-8829-9843B5C8BCD2}" presName="node" presStyleLbl="node1" presStyleIdx="4" presStyleCnt="8">
        <dgm:presLayoutVars>
          <dgm:bulletEnabled val="1"/>
        </dgm:presLayoutVars>
      </dgm:prSet>
      <dgm:spPr/>
    </dgm:pt>
    <dgm:pt modelId="{820E6845-595E-41FC-A2FE-5FAB8BF2AD82}" type="pres">
      <dgm:prSet presAssocID="{9358A54D-FC00-4D56-AFDC-F32A022F2730}" presName="sibTrans" presStyleCnt="0"/>
      <dgm:spPr/>
    </dgm:pt>
    <dgm:pt modelId="{C024C4EE-1426-4D10-A804-92687D67BF9A}" type="pres">
      <dgm:prSet presAssocID="{39F6E68C-ACBE-499F-B31F-F88E71647E50}" presName="node" presStyleLbl="node1" presStyleIdx="5" presStyleCnt="8">
        <dgm:presLayoutVars>
          <dgm:bulletEnabled val="1"/>
        </dgm:presLayoutVars>
      </dgm:prSet>
      <dgm:spPr/>
    </dgm:pt>
    <dgm:pt modelId="{CD561B22-FB50-46D5-A817-127B131EBE46}" type="pres">
      <dgm:prSet presAssocID="{7E41A4F0-CCB7-4617-B50A-766BA2BBAFFE}" presName="sibTrans" presStyleCnt="0"/>
      <dgm:spPr/>
    </dgm:pt>
    <dgm:pt modelId="{E823EEAA-9C5C-4CD4-97F9-F77971E0351E}" type="pres">
      <dgm:prSet presAssocID="{872A0197-50D6-4827-BFE9-59C084E04684}" presName="node" presStyleLbl="node1" presStyleIdx="6" presStyleCnt="8">
        <dgm:presLayoutVars>
          <dgm:bulletEnabled val="1"/>
        </dgm:presLayoutVars>
      </dgm:prSet>
      <dgm:spPr/>
    </dgm:pt>
    <dgm:pt modelId="{E13F0990-293A-4696-BEEC-8952267970EF}" type="pres">
      <dgm:prSet presAssocID="{90006CB3-EDBD-4448-BDBB-08F59D96E338}" presName="sibTrans" presStyleCnt="0"/>
      <dgm:spPr/>
    </dgm:pt>
    <dgm:pt modelId="{6179F21C-3E69-46CE-B57B-5B898D462E59}" type="pres">
      <dgm:prSet presAssocID="{4096A8F4-A46E-44AD-9328-219E8D31D34A}" presName="node" presStyleLbl="node1" presStyleIdx="7" presStyleCnt="8">
        <dgm:presLayoutVars>
          <dgm:bulletEnabled val="1"/>
        </dgm:presLayoutVars>
      </dgm:prSet>
      <dgm:spPr/>
    </dgm:pt>
  </dgm:ptLst>
  <dgm:cxnLst>
    <dgm:cxn modelId="{ED83A302-51E5-498D-8E48-CB17F7C68E19}" srcId="{A7F1EB82-FE7D-48F5-B693-F1370F86157B}" destId="{E634B736-7FEC-4A84-8829-9843B5C8BCD2}" srcOrd="4" destOrd="0" parTransId="{D9BCCCC4-71D5-4471-95DD-97CA4110A033}" sibTransId="{9358A54D-FC00-4D56-AFDC-F32A022F2730}"/>
    <dgm:cxn modelId="{8AF89204-EB4D-4F97-B8AF-2F656B51C695}" type="presOf" srcId="{7C483364-4615-47B7-869D-6A23BF1F7C60}" destId="{7E96C4E8-ADFE-4271-B07A-8B33A5736872}" srcOrd="0" destOrd="0" presId="urn:microsoft.com/office/officeart/2005/8/layout/default"/>
    <dgm:cxn modelId="{C1A72425-829B-421E-A73D-C2BBE13F1FDD}" srcId="{A7F1EB82-FE7D-48F5-B693-F1370F86157B}" destId="{9631D8D2-05AE-4A03-A31A-F8080584F544}" srcOrd="1" destOrd="0" parTransId="{D59BBFBA-2C3F-45C0-8469-2A87C0739DE0}" sibTransId="{75BA4094-9670-471F-97AD-9516940A6722}"/>
    <dgm:cxn modelId="{164C212E-67CC-4A04-9EAC-643B941A30A8}" srcId="{A7F1EB82-FE7D-48F5-B693-F1370F86157B}" destId="{4096A8F4-A46E-44AD-9328-219E8D31D34A}" srcOrd="7" destOrd="0" parTransId="{77E263E3-AF02-4352-A7F2-65A6A02DB80B}" sibTransId="{CCBAAB1E-CEF7-4433-8F66-B97A957B6B4D}"/>
    <dgm:cxn modelId="{2869CD3A-1B07-4AFC-9625-02239719401B}" type="presOf" srcId="{E634B736-7FEC-4A84-8829-9843B5C8BCD2}" destId="{A006F8BD-0E9B-4EA9-BAC0-F0888C48B9D5}" srcOrd="0" destOrd="0" presId="urn:microsoft.com/office/officeart/2005/8/layout/default"/>
    <dgm:cxn modelId="{625E2A5B-0E6E-47EF-8B37-D7876B4095B1}" type="presOf" srcId="{872A0197-50D6-4827-BFE9-59C084E04684}" destId="{E823EEAA-9C5C-4CD4-97F9-F77971E0351E}" srcOrd="0" destOrd="0" presId="urn:microsoft.com/office/officeart/2005/8/layout/default"/>
    <dgm:cxn modelId="{5FECA342-5F7E-4BA2-9C0B-2AAAFC73A3AE}" type="presOf" srcId="{39F6E68C-ACBE-499F-B31F-F88E71647E50}" destId="{C024C4EE-1426-4D10-A804-92687D67BF9A}" srcOrd="0" destOrd="0" presId="urn:microsoft.com/office/officeart/2005/8/layout/default"/>
    <dgm:cxn modelId="{15232976-6E43-473B-913A-26D9D48FBB0F}" type="presOf" srcId="{9631D8D2-05AE-4A03-A31A-F8080584F544}" destId="{F45BC74E-78F2-4173-8E96-99EB15830AF7}" srcOrd="0" destOrd="0" presId="urn:microsoft.com/office/officeart/2005/8/layout/default"/>
    <dgm:cxn modelId="{BC332C89-EFDB-4257-B7D0-D5CE13D8D8F1}" srcId="{A7F1EB82-FE7D-48F5-B693-F1370F86157B}" destId="{39F6E68C-ACBE-499F-B31F-F88E71647E50}" srcOrd="5" destOrd="0" parTransId="{517D06B4-D70F-44CA-A9EB-432A1CAA16A3}" sibTransId="{7E41A4F0-CCB7-4617-B50A-766BA2BBAFFE}"/>
    <dgm:cxn modelId="{6CCBF89A-8916-4151-B5E7-FD44D4238F28}" type="presOf" srcId="{37A44109-962A-43A0-BC94-E00B3B9D9C33}" destId="{DB0D9FF9-7440-4326-9EAE-C89EC8F7DAA7}" srcOrd="0" destOrd="0" presId="urn:microsoft.com/office/officeart/2005/8/layout/default"/>
    <dgm:cxn modelId="{71E75B9F-DCCE-4F63-AB40-9C4B2DE1150F}" srcId="{A7F1EB82-FE7D-48F5-B693-F1370F86157B}" destId="{872A0197-50D6-4827-BFE9-59C084E04684}" srcOrd="6" destOrd="0" parTransId="{7B476794-83EF-435C-984D-83738EFD1729}" sibTransId="{90006CB3-EDBD-4448-BDBB-08F59D96E338}"/>
    <dgm:cxn modelId="{0F4CD0AF-7245-4072-A882-D52CDF032A24}" srcId="{A7F1EB82-FE7D-48F5-B693-F1370F86157B}" destId="{7C483364-4615-47B7-869D-6A23BF1F7C60}" srcOrd="2" destOrd="0" parTransId="{19079772-8159-4AA3-986D-53E685464D23}" sibTransId="{BEAD82DC-B326-403E-8235-F9D3895EB0D2}"/>
    <dgm:cxn modelId="{8C66FFC2-0B88-45B2-8ED3-BAB2B97A0C42}" srcId="{A7F1EB82-FE7D-48F5-B693-F1370F86157B}" destId="{C59F0133-27ED-4A42-8690-0C45AFA1B0A3}" srcOrd="3" destOrd="0" parTransId="{0265FBAB-6501-4E86-8469-15CA1E7BA475}" sibTransId="{7500744D-E3F9-4774-976C-772B728AF1FD}"/>
    <dgm:cxn modelId="{931885D2-C0B4-415B-9BB6-574A9899F0E0}" type="presOf" srcId="{4096A8F4-A46E-44AD-9328-219E8D31D34A}" destId="{6179F21C-3E69-46CE-B57B-5B898D462E59}" srcOrd="0" destOrd="0" presId="urn:microsoft.com/office/officeart/2005/8/layout/default"/>
    <dgm:cxn modelId="{3930D2D6-F504-4915-98BE-21BAD47EE71D}" type="presOf" srcId="{A7F1EB82-FE7D-48F5-B693-F1370F86157B}" destId="{3E732C62-944D-4C65-8E05-0CD50C9F177F}" srcOrd="0" destOrd="0" presId="urn:microsoft.com/office/officeart/2005/8/layout/default"/>
    <dgm:cxn modelId="{4B3F44E2-BAB1-4962-8AA6-CE9D556BBE13}" type="presOf" srcId="{C59F0133-27ED-4A42-8690-0C45AFA1B0A3}" destId="{C9F16DAC-DC70-4DF8-B82C-242FFB55A5AB}" srcOrd="0" destOrd="0" presId="urn:microsoft.com/office/officeart/2005/8/layout/default"/>
    <dgm:cxn modelId="{CDFD5CF4-28B2-4F1A-8BA9-9C56DEF299AF}" srcId="{A7F1EB82-FE7D-48F5-B693-F1370F86157B}" destId="{37A44109-962A-43A0-BC94-E00B3B9D9C33}" srcOrd="0" destOrd="0" parTransId="{B0D78A0B-B4F4-4A7A-B1A0-B9DBF2A6D29B}" sibTransId="{67C7BE57-263F-4A9B-AED4-3CD2D1336AD2}"/>
    <dgm:cxn modelId="{9B259C9D-3314-45F4-A903-BB9A6C3F26A8}" type="presParOf" srcId="{3E732C62-944D-4C65-8E05-0CD50C9F177F}" destId="{DB0D9FF9-7440-4326-9EAE-C89EC8F7DAA7}" srcOrd="0" destOrd="0" presId="urn:microsoft.com/office/officeart/2005/8/layout/default"/>
    <dgm:cxn modelId="{2F1A4C53-4AFF-4749-A0A5-DD8CA5DA3D1B}" type="presParOf" srcId="{3E732C62-944D-4C65-8E05-0CD50C9F177F}" destId="{B01AC935-6493-4D58-B946-ABD3EFF56C5C}" srcOrd="1" destOrd="0" presId="urn:microsoft.com/office/officeart/2005/8/layout/default"/>
    <dgm:cxn modelId="{5D7E1D1B-CC40-4735-9FA6-80E5266C133F}" type="presParOf" srcId="{3E732C62-944D-4C65-8E05-0CD50C9F177F}" destId="{F45BC74E-78F2-4173-8E96-99EB15830AF7}" srcOrd="2" destOrd="0" presId="urn:microsoft.com/office/officeart/2005/8/layout/default"/>
    <dgm:cxn modelId="{A8159AD8-1918-48D4-88FF-7C114754C53B}" type="presParOf" srcId="{3E732C62-944D-4C65-8E05-0CD50C9F177F}" destId="{989F6B4A-9E66-42E5-AD90-53982CFAE1FA}" srcOrd="3" destOrd="0" presId="urn:microsoft.com/office/officeart/2005/8/layout/default"/>
    <dgm:cxn modelId="{43EF1828-0444-44F0-A82A-23C62F6E1B2A}" type="presParOf" srcId="{3E732C62-944D-4C65-8E05-0CD50C9F177F}" destId="{7E96C4E8-ADFE-4271-B07A-8B33A5736872}" srcOrd="4" destOrd="0" presId="urn:microsoft.com/office/officeart/2005/8/layout/default"/>
    <dgm:cxn modelId="{3C0D1CB6-9925-4095-ABA9-7E3DC8915BEE}" type="presParOf" srcId="{3E732C62-944D-4C65-8E05-0CD50C9F177F}" destId="{CCF02C95-65F9-4267-924A-2C1DD44A09B4}" srcOrd="5" destOrd="0" presId="urn:microsoft.com/office/officeart/2005/8/layout/default"/>
    <dgm:cxn modelId="{43F7E3ED-0CF9-4DE3-80B7-123850ADE861}" type="presParOf" srcId="{3E732C62-944D-4C65-8E05-0CD50C9F177F}" destId="{C9F16DAC-DC70-4DF8-B82C-242FFB55A5AB}" srcOrd="6" destOrd="0" presId="urn:microsoft.com/office/officeart/2005/8/layout/default"/>
    <dgm:cxn modelId="{22092E02-3486-421D-B54E-8DA01E6B4FA6}" type="presParOf" srcId="{3E732C62-944D-4C65-8E05-0CD50C9F177F}" destId="{82034C13-2B12-4C29-ADFF-00CA7E171EC6}" srcOrd="7" destOrd="0" presId="urn:microsoft.com/office/officeart/2005/8/layout/default"/>
    <dgm:cxn modelId="{94768A9E-0A5F-43A6-8321-91291D8E0DC9}" type="presParOf" srcId="{3E732C62-944D-4C65-8E05-0CD50C9F177F}" destId="{A006F8BD-0E9B-4EA9-BAC0-F0888C48B9D5}" srcOrd="8" destOrd="0" presId="urn:microsoft.com/office/officeart/2005/8/layout/default"/>
    <dgm:cxn modelId="{F1B0C30E-6AD3-4018-854F-3CA228998D2A}" type="presParOf" srcId="{3E732C62-944D-4C65-8E05-0CD50C9F177F}" destId="{820E6845-595E-41FC-A2FE-5FAB8BF2AD82}" srcOrd="9" destOrd="0" presId="urn:microsoft.com/office/officeart/2005/8/layout/default"/>
    <dgm:cxn modelId="{D3193794-8A4C-4635-847E-47673CE08B31}" type="presParOf" srcId="{3E732C62-944D-4C65-8E05-0CD50C9F177F}" destId="{C024C4EE-1426-4D10-A804-92687D67BF9A}" srcOrd="10" destOrd="0" presId="urn:microsoft.com/office/officeart/2005/8/layout/default"/>
    <dgm:cxn modelId="{653FDD04-CF70-48EF-8C07-85E8857C16B9}" type="presParOf" srcId="{3E732C62-944D-4C65-8E05-0CD50C9F177F}" destId="{CD561B22-FB50-46D5-A817-127B131EBE46}" srcOrd="11" destOrd="0" presId="urn:microsoft.com/office/officeart/2005/8/layout/default"/>
    <dgm:cxn modelId="{F2E7F43E-E9BA-4A8E-BD43-3105554692B1}" type="presParOf" srcId="{3E732C62-944D-4C65-8E05-0CD50C9F177F}" destId="{E823EEAA-9C5C-4CD4-97F9-F77971E0351E}" srcOrd="12" destOrd="0" presId="urn:microsoft.com/office/officeart/2005/8/layout/default"/>
    <dgm:cxn modelId="{121498FC-21C6-4855-95A8-344C985C3C82}" type="presParOf" srcId="{3E732C62-944D-4C65-8E05-0CD50C9F177F}" destId="{E13F0990-293A-4696-BEEC-8952267970EF}" srcOrd="13" destOrd="0" presId="urn:microsoft.com/office/officeart/2005/8/layout/default"/>
    <dgm:cxn modelId="{939CECDC-2A28-4CE3-848A-87E70A26A049}" type="presParOf" srcId="{3E732C62-944D-4C65-8E05-0CD50C9F177F}" destId="{6179F21C-3E69-46CE-B57B-5B898D462E59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2AFC1F-C404-4661-B66E-D35B1A15A2B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DB26059-883A-40C0-AC68-178863E0C04B}">
      <dgm:prSet/>
      <dgm:spPr/>
      <dgm:t>
        <a:bodyPr/>
        <a:lstStyle/>
        <a:p>
          <a:r>
            <a:rPr lang="fr-FR" b="1"/>
            <a:t>Raisonnement logique</a:t>
          </a:r>
          <a:r>
            <a:rPr lang="fr-FR"/>
            <a:t> — connecteurs, tables de vérité, implication/équivalence, contraposée</a:t>
          </a:r>
          <a:endParaRPr lang="en-US" dirty="0"/>
        </a:p>
      </dgm:t>
    </dgm:pt>
    <dgm:pt modelId="{37E3426D-5CAF-4FB1-8679-436F431AF053}" type="parTrans" cxnId="{844C0A6F-75DD-40AE-A62C-CF135CEF1AC6}">
      <dgm:prSet/>
      <dgm:spPr/>
      <dgm:t>
        <a:bodyPr/>
        <a:lstStyle/>
        <a:p>
          <a:endParaRPr lang="en-US"/>
        </a:p>
      </dgm:t>
    </dgm:pt>
    <dgm:pt modelId="{8134D4BD-2FB0-4073-AD5C-3DC89A3F315D}" type="sibTrans" cxnId="{844C0A6F-75DD-40AE-A62C-CF135CEF1AC6}">
      <dgm:prSet/>
      <dgm:spPr/>
      <dgm:t>
        <a:bodyPr/>
        <a:lstStyle/>
        <a:p>
          <a:endParaRPr lang="en-US"/>
        </a:p>
      </dgm:t>
    </dgm:pt>
    <dgm:pt modelId="{4F9CE2F4-784B-4664-B43D-F28A1C3A9D8B}">
      <dgm:prSet/>
      <dgm:spPr/>
      <dgm:t>
        <a:bodyPr/>
        <a:lstStyle/>
        <a:p>
          <a:pPr>
            <a:buNone/>
          </a:pPr>
          <a:r>
            <a:rPr lang="fr-FR" b="1"/>
            <a:t>Modélisation discrète</a:t>
          </a:r>
          <a:r>
            <a:rPr lang="fr-FR"/>
            <a:t> — ensembles, relations, fonctions pour décrire des données/processus</a:t>
          </a:r>
        </a:p>
      </dgm:t>
    </dgm:pt>
    <dgm:pt modelId="{7B1DA0B8-E34C-4C70-BAAE-40E9146EBA13}" type="parTrans" cxnId="{21831293-E18C-4F54-9790-43F39A2A0D38}">
      <dgm:prSet/>
      <dgm:spPr/>
      <dgm:t>
        <a:bodyPr/>
        <a:lstStyle/>
        <a:p>
          <a:endParaRPr lang="fr-029"/>
        </a:p>
      </dgm:t>
    </dgm:pt>
    <dgm:pt modelId="{6F974714-0C88-43C5-B69E-A9A913FE32EA}" type="sibTrans" cxnId="{21831293-E18C-4F54-9790-43F39A2A0D38}">
      <dgm:prSet/>
      <dgm:spPr/>
      <dgm:t>
        <a:bodyPr/>
        <a:lstStyle/>
        <a:p>
          <a:endParaRPr lang="fr-029"/>
        </a:p>
      </dgm:t>
    </dgm:pt>
    <dgm:pt modelId="{195FD442-8576-4230-B79E-FAB928B51542}">
      <dgm:prSet/>
      <dgm:spPr/>
      <dgm:t>
        <a:bodyPr/>
        <a:lstStyle/>
        <a:p>
          <a:pPr>
            <a:buNone/>
          </a:pPr>
          <a:r>
            <a:rPr lang="fr-FR" b="1"/>
            <a:t>Arithmétique des entiers</a:t>
          </a:r>
          <a:r>
            <a:rPr lang="fr-FR"/>
            <a:t> — divisibilité, PGCD, congruences modulo (applications : parité, hachage simple)</a:t>
          </a:r>
        </a:p>
      </dgm:t>
    </dgm:pt>
    <dgm:pt modelId="{C5E16AAB-F51E-4996-BB4C-475A874FEC2D}" type="parTrans" cxnId="{699CA818-AAF3-4528-8D47-9BAE887B58C5}">
      <dgm:prSet/>
      <dgm:spPr/>
      <dgm:t>
        <a:bodyPr/>
        <a:lstStyle/>
        <a:p>
          <a:endParaRPr lang="fr-029"/>
        </a:p>
      </dgm:t>
    </dgm:pt>
    <dgm:pt modelId="{E5E3E902-A1C2-4B9D-B9C1-451B0034C0DE}" type="sibTrans" cxnId="{699CA818-AAF3-4528-8D47-9BAE887B58C5}">
      <dgm:prSet/>
      <dgm:spPr/>
      <dgm:t>
        <a:bodyPr/>
        <a:lstStyle/>
        <a:p>
          <a:endParaRPr lang="fr-029"/>
        </a:p>
      </dgm:t>
    </dgm:pt>
    <dgm:pt modelId="{8A37F0AB-7C34-4479-B04F-21EBD5D8818A}">
      <dgm:prSet/>
      <dgm:spPr/>
      <dgm:t>
        <a:bodyPr/>
        <a:lstStyle/>
        <a:p>
          <a:pPr>
            <a:buNone/>
          </a:pPr>
          <a:r>
            <a:rPr lang="fr-FR" b="1"/>
            <a:t>Combinatoire élémentaire</a:t>
          </a:r>
          <a:r>
            <a:rPr lang="fr-FR"/>
            <a:t> — principe multiplicatif, permutations/arrangements/combinaisons ; estimation de cas</a:t>
          </a:r>
        </a:p>
      </dgm:t>
    </dgm:pt>
    <dgm:pt modelId="{DBE4EBD5-3F89-4A31-8D5C-F874245B595D}" type="parTrans" cxnId="{31706032-06F5-4187-B0AF-DEBEE8FCD021}">
      <dgm:prSet/>
      <dgm:spPr/>
      <dgm:t>
        <a:bodyPr/>
        <a:lstStyle/>
        <a:p>
          <a:endParaRPr lang="fr-029"/>
        </a:p>
      </dgm:t>
    </dgm:pt>
    <dgm:pt modelId="{BC156DCC-A9AD-4B94-95ED-A9E47B1A7140}" type="sibTrans" cxnId="{31706032-06F5-4187-B0AF-DEBEE8FCD021}">
      <dgm:prSet/>
      <dgm:spPr/>
      <dgm:t>
        <a:bodyPr/>
        <a:lstStyle/>
        <a:p>
          <a:endParaRPr lang="fr-029"/>
        </a:p>
      </dgm:t>
    </dgm:pt>
    <dgm:pt modelId="{C1D8345D-8499-4998-8F11-4427FAFCC91D}">
      <dgm:prSet/>
      <dgm:spPr/>
      <dgm:t>
        <a:bodyPr/>
        <a:lstStyle/>
        <a:p>
          <a:pPr>
            <a:buNone/>
          </a:pPr>
          <a:r>
            <a:rPr lang="fr-FR" b="1"/>
            <a:t>Probabilités discrètes</a:t>
          </a:r>
          <a:r>
            <a:rPr lang="fr-FR"/>
            <a:t> — événements, indépendance, Bernoulli/Binomiale, espérance (lecture de risques)</a:t>
          </a:r>
        </a:p>
      </dgm:t>
    </dgm:pt>
    <dgm:pt modelId="{ACDCD196-AE00-401C-98F8-74122F8885CD}" type="parTrans" cxnId="{2FE62EF3-D5D2-4B10-BFB6-1748C77EAD7F}">
      <dgm:prSet/>
      <dgm:spPr/>
      <dgm:t>
        <a:bodyPr/>
        <a:lstStyle/>
        <a:p>
          <a:endParaRPr lang="fr-029"/>
        </a:p>
      </dgm:t>
    </dgm:pt>
    <dgm:pt modelId="{BAAB47D8-7CF8-4C9C-97DB-4B81B3C68B9E}" type="sibTrans" cxnId="{2FE62EF3-D5D2-4B10-BFB6-1748C77EAD7F}">
      <dgm:prSet/>
      <dgm:spPr/>
      <dgm:t>
        <a:bodyPr/>
        <a:lstStyle/>
        <a:p>
          <a:endParaRPr lang="fr-029"/>
        </a:p>
      </dgm:t>
    </dgm:pt>
    <dgm:pt modelId="{4ED59FA1-47D3-44AC-9E66-DD92581D6556}">
      <dgm:prSet/>
      <dgm:spPr/>
      <dgm:t>
        <a:bodyPr/>
        <a:lstStyle/>
        <a:p>
          <a:pPr>
            <a:buNone/>
          </a:pPr>
          <a:r>
            <a:rPr lang="fr-FR" b="1"/>
            <a:t>Induction &amp; invariants (initiation)</a:t>
          </a:r>
          <a:r>
            <a:rPr lang="fr-FR"/>
            <a:t> — justifier brièvement une boucle/suite simple</a:t>
          </a:r>
        </a:p>
      </dgm:t>
    </dgm:pt>
    <dgm:pt modelId="{70397CB9-640F-47CD-8D42-024E4B04CCCB}" type="parTrans" cxnId="{1D035635-C4F4-449C-85B9-456AAFAF4742}">
      <dgm:prSet/>
      <dgm:spPr/>
      <dgm:t>
        <a:bodyPr/>
        <a:lstStyle/>
        <a:p>
          <a:endParaRPr lang="fr-029"/>
        </a:p>
      </dgm:t>
    </dgm:pt>
    <dgm:pt modelId="{7074453C-C980-4CCA-ABBE-06861AD2E0C4}" type="sibTrans" cxnId="{1D035635-C4F4-449C-85B9-456AAFAF4742}">
      <dgm:prSet/>
      <dgm:spPr/>
      <dgm:t>
        <a:bodyPr/>
        <a:lstStyle/>
        <a:p>
          <a:endParaRPr lang="fr-029"/>
        </a:p>
      </dgm:t>
    </dgm:pt>
    <dgm:pt modelId="{67848BC1-D2D4-47C5-94DB-CC511AA39931}">
      <dgm:prSet/>
      <dgm:spPr/>
      <dgm:t>
        <a:bodyPr/>
        <a:lstStyle/>
        <a:p>
          <a:pPr>
            <a:buNone/>
          </a:pPr>
          <a:r>
            <a:rPr lang="fr-FR" b="1"/>
            <a:t>Graphes — notions</a:t>
          </a:r>
          <a:r>
            <a:rPr lang="fr-FR"/>
            <a:t> — vocabulaire, exemples (chemins, arbres) en lien avec l’algorithmique</a:t>
          </a:r>
        </a:p>
      </dgm:t>
    </dgm:pt>
    <dgm:pt modelId="{919D0BC8-B9B0-49CB-ADA9-33A275727D1D}" type="parTrans" cxnId="{B413BC7E-D81E-4463-9305-11F4B60FB767}">
      <dgm:prSet/>
      <dgm:spPr/>
      <dgm:t>
        <a:bodyPr/>
        <a:lstStyle/>
        <a:p>
          <a:endParaRPr lang="fr-029"/>
        </a:p>
      </dgm:t>
    </dgm:pt>
    <dgm:pt modelId="{548D4421-551C-4F24-838E-CAFBE52E07AE}" type="sibTrans" cxnId="{B413BC7E-D81E-4463-9305-11F4B60FB767}">
      <dgm:prSet/>
      <dgm:spPr/>
      <dgm:t>
        <a:bodyPr/>
        <a:lstStyle/>
        <a:p>
          <a:endParaRPr lang="fr-029"/>
        </a:p>
      </dgm:t>
    </dgm:pt>
    <dgm:pt modelId="{981FD07D-E6DF-4C03-8B99-50149FFCECCB}">
      <dgm:prSet/>
      <dgm:spPr/>
      <dgm:t>
        <a:bodyPr/>
        <a:lstStyle/>
        <a:p>
          <a:r>
            <a:rPr lang="fr-FR" b="1"/>
            <a:t>Complexité — intuition</a:t>
          </a:r>
          <a:r>
            <a:rPr lang="fr-FR"/>
            <a:t> — lire O/Ω/Θ pour comparer des croissances simples</a:t>
          </a:r>
        </a:p>
      </dgm:t>
    </dgm:pt>
    <dgm:pt modelId="{262A4330-5A6C-4DD9-BB4E-A7961524B884}" type="parTrans" cxnId="{65A0B1C3-ED8B-4E2F-9007-CD9D46F02ABE}">
      <dgm:prSet/>
      <dgm:spPr/>
      <dgm:t>
        <a:bodyPr/>
        <a:lstStyle/>
        <a:p>
          <a:endParaRPr lang="fr-029"/>
        </a:p>
      </dgm:t>
    </dgm:pt>
    <dgm:pt modelId="{BD9DBEF6-5B7C-4035-9197-966DE36BAECB}" type="sibTrans" cxnId="{65A0B1C3-ED8B-4E2F-9007-CD9D46F02ABE}">
      <dgm:prSet/>
      <dgm:spPr/>
      <dgm:t>
        <a:bodyPr/>
        <a:lstStyle/>
        <a:p>
          <a:endParaRPr lang="fr-029"/>
        </a:p>
      </dgm:t>
    </dgm:pt>
    <dgm:pt modelId="{6B303107-B23D-46E7-AD5A-B3CFA032A463}" type="pres">
      <dgm:prSet presAssocID="{582AFC1F-C404-4661-B66E-D35B1A15A2BD}" presName="linear" presStyleCnt="0">
        <dgm:presLayoutVars>
          <dgm:animLvl val="lvl"/>
          <dgm:resizeHandles val="exact"/>
        </dgm:presLayoutVars>
      </dgm:prSet>
      <dgm:spPr/>
    </dgm:pt>
    <dgm:pt modelId="{A7E28CEA-DC5A-490E-A934-9C42822CBF5F}" type="pres">
      <dgm:prSet presAssocID="{CDB26059-883A-40C0-AC68-178863E0C04B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BE3FF7FC-7B21-4658-B74B-7BB5C41CCBC4}" type="pres">
      <dgm:prSet presAssocID="{8134D4BD-2FB0-4073-AD5C-3DC89A3F315D}" presName="spacer" presStyleCnt="0"/>
      <dgm:spPr/>
    </dgm:pt>
    <dgm:pt modelId="{D3CC857E-636F-433A-B829-7CD08484D643}" type="pres">
      <dgm:prSet presAssocID="{4F9CE2F4-784B-4664-B43D-F28A1C3A9D8B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37921D1F-F577-46A3-B474-9E32CD2B037A}" type="pres">
      <dgm:prSet presAssocID="{6F974714-0C88-43C5-B69E-A9A913FE32EA}" presName="spacer" presStyleCnt="0"/>
      <dgm:spPr/>
    </dgm:pt>
    <dgm:pt modelId="{5690CC8A-EA71-4C96-831F-885718CD2AD5}" type="pres">
      <dgm:prSet presAssocID="{195FD442-8576-4230-B79E-FAB928B51542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2F98B8E7-3980-4A91-A30C-9F6BEC675833}" type="pres">
      <dgm:prSet presAssocID="{E5E3E902-A1C2-4B9D-B9C1-451B0034C0DE}" presName="spacer" presStyleCnt="0"/>
      <dgm:spPr/>
    </dgm:pt>
    <dgm:pt modelId="{27C85FE1-C40B-4CF5-941A-09E36AEE7807}" type="pres">
      <dgm:prSet presAssocID="{8A37F0AB-7C34-4479-B04F-21EBD5D8818A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4141F705-4D18-46EB-AC3B-FF2C35855CE9}" type="pres">
      <dgm:prSet presAssocID="{BC156DCC-A9AD-4B94-95ED-A9E47B1A7140}" presName="spacer" presStyleCnt="0"/>
      <dgm:spPr/>
    </dgm:pt>
    <dgm:pt modelId="{5A8DAFD9-B741-48B3-BBA2-72DBB201FC13}" type="pres">
      <dgm:prSet presAssocID="{C1D8345D-8499-4998-8F11-4427FAFCC91D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6AE870FD-7DA3-46EA-BAE6-475F7779FB39}" type="pres">
      <dgm:prSet presAssocID="{BAAB47D8-7CF8-4C9C-97DB-4B81B3C68B9E}" presName="spacer" presStyleCnt="0"/>
      <dgm:spPr/>
    </dgm:pt>
    <dgm:pt modelId="{151388B3-4A07-4973-87CD-5FB6C7C38CE6}" type="pres">
      <dgm:prSet presAssocID="{4ED59FA1-47D3-44AC-9E66-DD92581D6556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6B462DD8-7A68-45D5-8CD2-A75FF1028513}" type="pres">
      <dgm:prSet presAssocID="{7074453C-C980-4CCA-ABBE-06861AD2E0C4}" presName="spacer" presStyleCnt="0"/>
      <dgm:spPr/>
    </dgm:pt>
    <dgm:pt modelId="{8879DF47-3035-464C-AC0A-CE5034B17FAA}" type="pres">
      <dgm:prSet presAssocID="{67848BC1-D2D4-47C5-94DB-CC511AA39931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7F0D6379-75B1-457B-9A59-6FFD3E026B00}" type="pres">
      <dgm:prSet presAssocID="{548D4421-551C-4F24-838E-CAFBE52E07AE}" presName="spacer" presStyleCnt="0"/>
      <dgm:spPr/>
    </dgm:pt>
    <dgm:pt modelId="{1FFD442F-2620-43DC-B619-57BD78E05143}" type="pres">
      <dgm:prSet presAssocID="{981FD07D-E6DF-4C03-8B99-50149FFCECCB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699CA818-AAF3-4528-8D47-9BAE887B58C5}" srcId="{582AFC1F-C404-4661-B66E-D35B1A15A2BD}" destId="{195FD442-8576-4230-B79E-FAB928B51542}" srcOrd="2" destOrd="0" parTransId="{C5E16AAB-F51E-4996-BB4C-475A874FEC2D}" sibTransId="{E5E3E902-A1C2-4B9D-B9C1-451B0034C0DE}"/>
    <dgm:cxn modelId="{31706032-06F5-4187-B0AF-DEBEE8FCD021}" srcId="{582AFC1F-C404-4661-B66E-D35B1A15A2BD}" destId="{8A37F0AB-7C34-4479-B04F-21EBD5D8818A}" srcOrd="3" destOrd="0" parTransId="{DBE4EBD5-3F89-4A31-8D5C-F874245B595D}" sibTransId="{BC156DCC-A9AD-4B94-95ED-A9E47B1A7140}"/>
    <dgm:cxn modelId="{1D035635-C4F4-449C-85B9-456AAFAF4742}" srcId="{582AFC1F-C404-4661-B66E-D35B1A15A2BD}" destId="{4ED59FA1-47D3-44AC-9E66-DD92581D6556}" srcOrd="5" destOrd="0" parTransId="{70397CB9-640F-47CD-8D42-024E4B04CCCB}" sibTransId="{7074453C-C980-4CCA-ABBE-06861AD2E0C4}"/>
    <dgm:cxn modelId="{029F9C49-5FA0-48D6-8BDB-D5E4CE2A8BD9}" type="presOf" srcId="{67848BC1-D2D4-47C5-94DB-CC511AA39931}" destId="{8879DF47-3035-464C-AC0A-CE5034B17FAA}" srcOrd="0" destOrd="0" presId="urn:microsoft.com/office/officeart/2005/8/layout/vList2"/>
    <dgm:cxn modelId="{8C83A069-3D36-4A3C-B546-D26546E391C5}" type="presOf" srcId="{4ED59FA1-47D3-44AC-9E66-DD92581D6556}" destId="{151388B3-4A07-4973-87CD-5FB6C7C38CE6}" srcOrd="0" destOrd="0" presId="urn:microsoft.com/office/officeart/2005/8/layout/vList2"/>
    <dgm:cxn modelId="{A90F906C-6F4A-43B3-95D9-6789F15DFCA7}" type="presOf" srcId="{582AFC1F-C404-4661-B66E-D35B1A15A2BD}" destId="{6B303107-B23D-46E7-AD5A-B3CFA032A463}" srcOrd="0" destOrd="0" presId="urn:microsoft.com/office/officeart/2005/8/layout/vList2"/>
    <dgm:cxn modelId="{844C0A6F-75DD-40AE-A62C-CF135CEF1AC6}" srcId="{582AFC1F-C404-4661-B66E-D35B1A15A2BD}" destId="{CDB26059-883A-40C0-AC68-178863E0C04B}" srcOrd="0" destOrd="0" parTransId="{37E3426D-5CAF-4FB1-8679-436F431AF053}" sibTransId="{8134D4BD-2FB0-4073-AD5C-3DC89A3F315D}"/>
    <dgm:cxn modelId="{C5155756-C169-4EC4-BA60-4881AEFAA55C}" type="presOf" srcId="{CDB26059-883A-40C0-AC68-178863E0C04B}" destId="{A7E28CEA-DC5A-490E-A934-9C42822CBF5F}" srcOrd="0" destOrd="0" presId="urn:microsoft.com/office/officeart/2005/8/layout/vList2"/>
    <dgm:cxn modelId="{B413BC7E-D81E-4463-9305-11F4B60FB767}" srcId="{582AFC1F-C404-4661-B66E-D35B1A15A2BD}" destId="{67848BC1-D2D4-47C5-94DB-CC511AA39931}" srcOrd="6" destOrd="0" parTransId="{919D0BC8-B9B0-49CB-ADA9-33A275727D1D}" sibTransId="{548D4421-551C-4F24-838E-CAFBE52E07AE}"/>
    <dgm:cxn modelId="{4EC12782-D200-4E8F-A849-8E576EE10604}" type="presOf" srcId="{195FD442-8576-4230-B79E-FAB928B51542}" destId="{5690CC8A-EA71-4C96-831F-885718CD2AD5}" srcOrd="0" destOrd="0" presId="urn:microsoft.com/office/officeart/2005/8/layout/vList2"/>
    <dgm:cxn modelId="{5FB40E8D-D178-4F93-9D71-FA4092EB1B4F}" type="presOf" srcId="{8A37F0AB-7C34-4479-B04F-21EBD5D8818A}" destId="{27C85FE1-C40B-4CF5-941A-09E36AEE7807}" srcOrd="0" destOrd="0" presId="urn:microsoft.com/office/officeart/2005/8/layout/vList2"/>
    <dgm:cxn modelId="{21831293-E18C-4F54-9790-43F39A2A0D38}" srcId="{582AFC1F-C404-4661-B66E-D35B1A15A2BD}" destId="{4F9CE2F4-784B-4664-B43D-F28A1C3A9D8B}" srcOrd="1" destOrd="0" parTransId="{7B1DA0B8-E34C-4C70-BAAE-40E9146EBA13}" sibTransId="{6F974714-0C88-43C5-B69E-A9A913FE32EA}"/>
    <dgm:cxn modelId="{65A0B1C3-ED8B-4E2F-9007-CD9D46F02ABE}" srcId="{582AFC1F-C404-4661-B66E-D35B1A15A2BD}" destId="{981FD07D-E6DF-4C03-8B99-50149FFCECCB}" srcOrd="7" destOrd="0" parTransId="{262A4330-5A6C-4DD9-BB4E-A7961524B884}" sibTransId="{BD9DBEF6-5B7C-4035-9197-966DE36BAECB}"/>
    <dgm:cxn modelId="{DF1339C4-6C0C-4585-8048-F6E5A4B9D5AD}" type="presOf" srcId="{4F9CE2F4-784B-4664-B43D-F28A1C3A9D8B}" destId="{D3CC857E-636F-433A-B829-7CD08484D643}" srcOrd="0" destOrd="0" presId="urn:microsoft.com/office/officeart/2005/8/layout/vList2"/>
    <dgm:cxn modelId="{2FE62EF3-D5D2-4B10-BFB6-1748C77EAD7F}" srcId="{582AFC1F-C404-4661-B66E-D35B1A15A2BD}" destId="{C1D8345D-8499-4998-8F11-4427FAFCC91D}" srcOrd="4" destOrd="0" parTransId="{ACDCD196-AE00-401C-98F8-74122F8885CD}" sibTransId="{BAAB47D8-7CF8-4C9C-97DB-4B81B3C68B9E}"/>
    <dgm:cxn modelId="{C19881F5-9BF9-44BA-B245-4F69C0FA08A8}" type="presOf" srcId="{981FD07D-E6DF-4C03-8B99-50149FFCECCB}" destId="{1FFD442F-2620-43DC-B619-57BD78E05143}" srcOrd="0" destOrd="0" presId="urn:microsoft.com/office/officeart/2005/8/layout/vList2"/>
    <dgm:cxn modelId="{41DA77FA-9311-403C-8640-ECEB04943841}" type="presOf" srcId="{C1D8345D-8499-4998-8F11-4427FAFCC91D}" destId="{5A8DAFD9-B741-48B3-BBA2-72DBB201FC13}" srcOrd="0" destOrd="0" presId="urn:microsoft.com/office/officeart/2005/8/layout/vList2"/>
    <dgm:cxn modelId="{00292931-6D23-4826-9C77-D9463F83FE26}" type="presParOf" srcId="{6B303107-B23D-46E7-AD5A-B3CFA032A463}" destId="{A7E28CEA-DC5A-490E-A934-9C42822CBF5F}" srcOrd="0" destOrd="0" presId="urn:microsoft.com/office/officeart/2005/8/layout/vList2"/>
    <dgm:cxn modelId="{41AB5E90-861C-433B-8F0A-9D84FAD8CD6C}" type="presParOf" srcId="{6B303107-B23D-46E7-AD5A-B3CFA032A463}" destId="{BE3FF7FC-7B21-4658-B74B-7BB5C41CCBC4}" srcOrd="1" destOrd="0" presId="urn:microsoft.com/office/officeart/2005/8/layout/vList2"/>
    <dgm:cxn modelId="{1492D98D-27F5-4B7E-A748-B6CE3427FAB4}" type="presParOf" srcId="{6B303107-B23D-46E7-AD5A-B3CFA032A463}" destId="{D3CC857E-636F-433A-B829-7CD08484D643}" srcOrd="2" destOrd="0" presId="urn:microsoft.com/office/officeart/2005/8/layout/vList2"/>
    <dgm:cxn modelId="{930EDD61-37A3-4FF1-B435-18792001C602}" type="presParOf" srcId="{6B303107-B23D-46E7-AD5A-B3CFA032A463}" destId="{37921D1F-F577-46A3-B474-9E32CD2B037A}" srcOrd="3" destOrd="0" presId="urn:microsoft.com/office/officeart/2005/8/layout/vList2"/>
    <dgm:cxn modelId="{4777F197-066A-4E9F-9352-15855AE10B78}" type="presParOf" srcId="{6B303107-B23D-46E7-AD5A-B3CFA032A463}" destId="{5690CC8A-EA71-4C96-831F-885718CD2AD5}" srcOrd="4" destOrd="0" presId="urn:microsoft.com/office/officeart/2005/8/layout/vList2"/>
    <dgm:cxn modelId="{76716F5C-413A-4E96-8AF1-0D5E4FFE432B}" type="presParOf" srcId="{6B303107-B23D-46E7-AD5A-B3CFA032A463}" destId="{2F98B8E7-3980-4A91-A30C-9F6BEC675833}" srcOrd="5" destOrd="0" presId="urn:microsoft.com/office/officeart/2005/8/layout/vList2"/>
    <dgm:cxn modelId="{0C942DC9-D811-42D5-B8DD-CEA3A6F39617}" type="presParOf" srcId="{6B303107-B23D-46E7-AD5A-B3CFA032A463}" destId="{27C85FE1-C40B-4CF5-941A-09E36AEE7807}" srcOrd="6" destOrd="0" presId="urn:microsoft.com/office/officeart/2005/8/layout/vList2"/>
    <dgm:cxn modelId="{C836AAE2-9AB2-4298-89DD-867FD896E830}" type="presParOf" srcId="{6B303107-B23D-46E7-AD5A-B3CFA032A463}" destId="{4141F705-4D18-46EB-AC3B-FF2C35855CE9}" srcOrd="7" destOrd="0" presId="urn:microsoft.com/office/officeart/2005/8/layout/vList2"/>
    <dgm:cxn modelId="{CEE9A3EA-9B91-4FE3-A297-6789F5D04DE9}" type="presParOf" srcId="{6B303107-B23D-46E7-AD5A-B3CFA032A463}" destId="{5A8DAFD9-B741-48B3-BBA2-72DBB201FC13}" srcOrd="8" destOrd="0" presId="urn:microsoft.com/office/officeart/2005/8/layout/vList2"/>
    <dgm:cxn modelId="{165CCCFB-E33A-45BF-8C22-618BC638170B}" type="presParOf" srcId="{6B303107-B23D-46E7-AD5A-B3CFA032A463}" destId="{6AE870FD-7DA3-46EA-BAE6-475F7779FB39}" srcOrd="9" destOrd="0" presId="urn:microsoft.com/office/officeart/2005/8/layout/vList2"/>
    <dgm:cxn modelId="{84C65817-D7EE-4ABD-B6B0-6E2B49E3C8DE}" type="presParOf" srcId="{6B303107-B23D-46E7-AD5A-B3CFA032A463}" destId="{151388B3-4A07-4973-87CD-5FB6C7C38CE6}" srcOrd="10" destOrd="0" presId="urn:microsoft.com/office/officeart/2005/8/layout/vList2"/>
    <dgm:cxn modelId="{739D459D-1392-466E-BB4C-4AFBC6A97E2E}" type="presParOf" srcId="{6B303107-B23D-46E7-AD5A-B3CFA032A463}" destId="{6B462DD8-7A68-45D5-8CD2-A75FF1028513}" srcOrd="11" destOrd="0" presId="urn:microsoft.com/office/officeart/2005/8/layout/vList2"/>
    <dgm:cxn modelId="{A3151941-55F2-45CA-9F4E-38E3757B95BF}" type="presParOf" srcId="{6B303107-B23D-46E7-AD5A-B3CFA032A463}" destId="{8879DF47-3035-464C-AC0A-CE5034B17FAA}" srcOrd="12" destOrd="0" presId="urn:microsoft.com/office/officeart/2005/8/layout/vList2"/>
    <dgm:cxn modelId="{9EEAB48D-589B-4A6A-8D75-7EDDDE68668C}" type="presParOf" srcId="{6B303107-B23D-46E7-AD5A-B3CFA032A463}" destId="{7F0D6379-75B1-457B-9A59-6FFD3E026B00}" srcOrd="13" destOrd="0" presId="urn:microsoft.com/office/officeart/2005/8/layout/vList2"/>
    <dgm:cxn modelId="{CD1A67D7-59E9-4569-B963-9ED6595A0AC8}" type="presParOf" srcId="{6B303107-B23D-46E7-AD5A-B3CFA032A463}" destId="{1FFD442F-2620-43DC-B619-57BD78E05143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13138F-3874-4922-B9F1-2CC6458B4E5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5377D57-0BB5-45AC-9EDB-A6543259A903}">
      <dgm:prSet/>
      <dgm:spPr/>
      <dgm:t>
        <a:bodyPr/>
        <a:lstStyle/>
        <a:p>
          <a:r>
            <a:rPr lang="fr-FR" b="1"/>
            <a:t>S1–S2</a:t>
          </a:r>
          <a:r>
            <a:rPr lang="fr-FR"/>
            <a:t> — Logique &amp; équivalences (connecteurs, tables, De Morgan, contraposée)</a:t>
          </a:r>
          <a:endParaRPr lang="en-US"/>
        </a:p>
      </dgm:t>
    </dgm:pt>
    <dgm:pt modelId="{07B73D17-F454-455C-A1F3-02AB179432F0}" type="parTrans" cxnId="{A24C1EF9-77F1-4F46-9FDB-3B2A1DD96D43}">
      <dgm:prSet/>
      <dgm:spPr/>
      <dgm:t>
        <a:bodyPr/>
        <a:lstStyle/>
        <a:p>
          <a:endParaRPr lang="en-US"/>
        </a:p>
      </dgm:t>
    </dgm:pt>
    <dgm:pt modelId="{B2F7D838-10B3-42A4-B095-1218B9E1DC76}" type="sibTrans" cxnId="{A24C1EF9-77F1-4F46-9FDB-3B2A1DD96D43}">
      <dgm:prSet/>
      <dgm:spPr/>
      <dgm:t>
        <a:bodyPr/>
        <a:lstStyle/>
        <a:p>
          <a:endParaRPr lang="en-US"/>
        </a:p>
      </dgm:t>
    </dgm:pt>
    <dgm:pt modelId="{419FDE2A-BB0B-446F-B80F-6E514BA17313}">
      <dgm:prSet/>
      <dgm:spPr/>
      <dgm:t>
        <a:bodyPr/>
        <a:lstStyle/>
        <a:p>
          <a:pPr>
            <a:buNone/>
          </a:pPr>
          <a:r>
            <a:rPr lang="fr-FR" b="1"/>
            <a:t>S3</a:t>
          </a:r>
          <a:r>
            <a:rPr lang="fr-FR"/>
            <a:t> — Ensembles (opérations, diagrammes, dédoublonnage)</a:t>
          </a:r>
        </a:p>
      </dgm:t>
    </dgm:pt>
    <dgm:pt modelId="{260BCA41-11BC-4F59-9C7F-6AF126135D16}" type="parTrans" cxnId="{B7280C2B-6215-47C2-9D1E-13BFF68F6F36}">
      <dgm:prSet/>
      <dgm:spPr/>
      <dgm:t>
        <a:bodyPr/>
        <a:lstStyle/>
        <a:p>
          <a:endParaRPr lang="fr-029"/>
        </a:p>
      </dgm:t>
    </dgm:pt>
    <dgm:pt modelId="{1822A04D-89F1-4E9E-B202-BE181258E59D}" type="sibTrans" cxnId="{B7280C2B-6215-47C2-9D1E-13BFF68F6F36}">
      <dgm:prSet/>
      <dgm:spPr/>
      <dgm:t>
        <a:bodyPr/>
        <a:lstStyle/>
        <a:p>
          <a:endParaRPr lang="fr-029"/>
        </a:p>
      </dgm:t>
    </dgm:pt>
    <dgm:pt modelId="{5DBE755D-759B-459A-A7AC-52F22D44C1B0}">
      <dgm:prSet/>
      <dgm:spPr/>
      <dgm:t>
        <a:bodyPr/>
        <a:lstStyle/>
        <a:p>
          <a:pPr>
            <a:buNone/>
          </a:pPr>
          <a:r>
            <a:rPr lang="fr-FR" b="1"/>
            <a:t>S4</a:t>
          </a:r>
          <a:r>
            <a:rPr lang="fr-FR"/>
            <a:t> — Relations &amp; </a:t>
          </a:r>
          <a:r>
            <a:rPr lang="fr-FR" b="1"/>
            <a:t>Fonctions</a:t>
          </a:r>
          <a:r>
            <a:rPr lang="fr-FR"/>
            <a:t> (numériques/usuelles, application à la modélisation)</a:t>
          </a:r>
        </a:p>
      </dgm:t>
    </dgm:pt>
    <dgm:pt modelId="{C486C00E-A9BD-4422-8FA1-292068F177DC}" type="parTrans" cxnId="{13F87348-2DCA-44AB-8396-52C13426BEB8}">
      <dgm:prSet/>
      <dgm:spPr/>
      <dgm:t>
        <a:bodyPr/>
        <a:lstStyle/>
        <a:p>
          <a:endParaRPr lang="fr-029"/>
        </a:p>
      </dgm:t>
    </dgm:pt>
    <dgm:pt modelId="{ADB1ACAE-E10A-4CB2-8ED7-1DECDEDCF912}" type="sibTrans" cxnId="{13F87348-2DCA-44AB-8396-52C13426BEB8}">
      <dgm:prSet/>
      <dgm:spPr/>
      <dgm:t>
        <a:bodyPr/>
        <a:lstStyle/>
        <a:p>
          <a:endParaRPr lang="fr-029"/>
        </a:p>
      </dgm:t>
    </dgm:pt>
    <dgm:pt modelId="{ABB5716A-041B-4002-AFAE-77D682318FF6}">
      <dgm:prSet/>
      <dgm:spPr/>
      <dgm:t>
        <a:bodyPr/>
        <a:lstStyle/>
        <a:p>
          <a:pPr>
            <a:buNone/>
          </a:pPr>
          <a:r>
            <a:rPr lang="fr-FR" b="1"/>
            <a:t>S5</a:t>
          </a:r>
          <a:r>
            <a:rPr lang="fr-FR"/>
            <a:t> — Entiers &amp; modulo (division euclidienne, PGCD, congruences ; parité, hachage simple)</a:t>
          </a:r>
        </a:p>
      </dgm:t>
    </dgm:pt>
    <dgm:pt modelId="{8775E626-C9BB-47E9-9B92-7AFACA28A80C}" type="parTrans" cxnId="{84606686-C259-42BD-8CB6-274275F6395B}">
      <dgm:prSet/>
      <dgm:spPr/>
      <dgm:t>
        <a:bodyPr/>
        <a:lstStyle/>
        <a:p>
          <a:endParaRPr lang="fr-029"/>
        </a:p>
      </dgm:t>
    </dgm:pt>
    <dgm:pt modelId="{E551EE0A-2C0C-47E9-ABBF-B8D1AFDDB6D3}" type="sibTrans" cxnId="{84606686-C259-42BD-8CB6-274275F6395B}">
      <dgm:prSet/>
      <dgm:spPr/>
      <dgm:t>
        <a:bodyPr/>
        <a:lstStyle/>
        <a:p>
          <a:endParaRPr lang="fr-029"/>
        </a:p>
      </dgm:t>
    </dgm:pt>
    <dgm:pt modelId="{AE7E699A-D4D1-4B97-A8A9-6D77082D076F}">
      <dgm:prSet/>
      <dgm:spPr/>
      <dgm:t>
        <a:bodyPr/>
        <a:lstStyle/>
        <a:p>
          <a:pPr>
            <a:buNone/>
          </a:pPr>
          <a:r>
            <a:rPr lang="fr-FR" b="1"/>
            <a:t>S6–S7</a:t>
          </a:r>
          <a:r>
            <a:rPr lang="fr-FR"/>
            <a:t> — Combinatoire I–II (produit, arrangements/combinaisons, principe des tiroirs)</a:t>
          </a:r>
        </a:p>
      </dgm:t>
    </dgm:pt>
    <dgm:pt modelId="{1EB0BBF3-ACBE-4EF7-A531-6F45FCE555E7}" type="parTrans" cxnId="{83C3A08F-43B7-48AF-AB68-959588143E60}">
      <dgm:prSet/>
      <dgm:spPr/>
      <dgm:t>
        <a:bodyPr/>
        <a:lstStyle/>
        <a:p>
          <a:endParaRPr lang="fr-029"/>
        </a:p>
      </dgm:t>
    </dgm:pt>
    <dgm:pt modelId="{2F2193B4-B8FA-460E-9427-3AEE4C09C2F3}" type="sibTrans" cxnId="{83C3A08F-43B7-48AF-AB68-959588143E60}">
      <dgm:prSet/>
      <dgm:spPr/>
      <dgm:t>
        <a:bodyPr/>
        <a:lstStyle/>
        <a:p>
          <a:endParaRPr lang="fr-029"/>
        </a:p>
      </dgm:t>
    </dgm:pt>
    <dgm:pt modelId="{568AB72B-F448-4475-B0D9-7FE84B9CCCBE}">
      <dgm:prSet/>
      <dgm:spPr/>
      <dgm:t>
        <a:bodyPr/>
        <a:lstStyle/>
        <a:p>
          <a:pPr>
            <a:buNone/>
          </a:pPr>
          <a:r>
            <a:rPr lang="fr-FR" b="1"/>
            <a:t>S8</a:t>
          </a:r>
          <a:r>
            <a:rPr lang="fr-FR"/>
            <a:t> — </a:t>
          </a:r>
          <a:r>
            <a:rPr lang="fr-FR" b="1"/>
            <a:t>Probabilités discrètes I</a:t>
          </a:r>
          <a:r>
            <a:rPr lang="fr-FR"/>
            <a:t> (événements, indépendance)</a:t>
          </a:r>
        </a:p>
      </dgm:t>
    </dgm:pt>
    <dgm:pt modelId="{19BAB58C-4268-49CB-A955-6BAB5A3EF0DB}" type="parTrans" cxnId="{2AF56499-5B73-4E56-A2D3-47DC0DB6B8F3}">
      <dgm:prSet/>
      <dgm:spPr/>
      <dgm:t>
        <a:bodyPr/>
        <a:lstStyle/>
        <a:p>
          <a:endParaRPr lang="fr-029"/>
        </a:p>
      </dgm:t>
    </dgm:pt>
    <dgm:pt modelId="{B5AEE73B-3C68-4BC0-BA74-6FCC380988FD}" type="sibTrans" cxnId="{2AF56499-5B73-4E56-A2D3-47DC0DB6B8F3}">
      <dgm:prSet/>
      <dgm:spPr/>
      <dgm:t>
        <a:bodyPr/>
        <a:lstStyle/>
        <a:p>
          <a:endParaRPr lang="fr-029"/>
        </a:p>
      </dgm:t>
    </dgm:pt>
    <dgm:pt modelId="{A811D799-59FD-4744-B393-3872E10FF15F}">
      <dgm:prSet/>
      <dgm:spPr/>
      <dgm:t>
        <a:bodyPr/>
        <a:lstStyle/>
        <a:p>
          <a:pPr>
            <a:buNone/>
          </a:pPr>
          <a:r>
            <a:rPr lang="fr-FR" b="1"/>
            <a:t>S9</a:t>
          </a:r>
          <a:r>
            <a:rPr lang="fr-FR"/>
            <a:t> — </a:t>
          </a:r>
          <a:r>
            <a:rPr lang="fr-FR" b="1"/>
            <a:t>Statistiques descriptives</a:t>
          </a:r>
          <a:r>
            <a:rPr lang="fr-FR"/>
            <a:t> (moyenne, médiane, variance, diagrammes)</a:t>
          </a:r>
        </a:p>
      </dgm:t>
    </dgm:pt>
    <dgm:pt modelId="{D5C29BDA-E05F-4264-84A9-3E807722049D}" type="parTrans" cxnId="{C83BE4D9-53FF-4D65-8622-656D92BC8762}">
      <dgm:prSet/>
      <dgm:spPr/>
      <dgm:t>
        <a:bodyPr/>
        <a:lstStyle/>
        <a:p>
          <a:endParaRPr lang="fr-029"/>
        </a:p>
      </dgm:t>
    </dgm:pt>
    <dgm:pt modelId="{86A27490-1C73-42DC-B9D6-2CF57BB5B990}" type="sibTrans" cxnId="{C83BE4D9-53FF-4D65-8622-656D92BC8762}">
      <dgm:prSet/>
      <dgm:spPr/>
      <dgm:t>
        <a:bodyPr/>
        <a:lstStyle/>
        <a:p>
          <a:endParaRPr lang="fr-029"/>
        </a:p>
      </dgm:t>
    </dgm:pt>
    <dgm:pt modelId="{FDA0710C-67F3-430C-812F-6AC88A217E04}">
      <dgm:prSet/>
      <dgm:spPr/>
      <dgm:t>
        <a:bodyPr/>
        <a:lstStyle/>
        <a:p>
          <a:pPr>
            <a:buNone/>
          </a:pPr>
          <a:r>
            <a:rPr lang="fr-FR" b="1"/>
            <a:t>S10</a:t>
          </a:r>
          <a:r>
            <a:rPr lang="fr-FR"/>
            <a:t> — Probabilités discrètes II (Bernoulli/Binomiale, </a:t>
          </a:r>
          <a:r>
            <a:rPr lang="fr-FR" b="1"/>
            <a:t>espérance</a:t>
          </a:r>
          <a:r>
            <a:rPr lang="fr-FR"/>
            <a:t>)</a:t>
          </a:r>
        </a:p>
      </dgm:t>
    </dgm:pt>
    <dgm:pt modelId="{EE751AD0-7DF7-45CA-B455-4610C9362E05}" type="parTrans" cxnId="{B86DFFE1-0ED0-45A0-988F-094F5D683A68}">
      <dgm:prSet/>
      <dgm:spPr/>
      <dgm:t>
        <a:bodyPr/>
        <a:lstStyle/>
        <a:p>
          <a:endParaRPr lang="fr-029"/>
        </a:p>
      </dgm:t>
    </dgm:pt>
    <dgm:pt modelId="{AF0518B4-1380-4221-BD9A-3BFC1E5F7D26}" type="sibTrans" cxnId="{B86DFFE1-0ED0-45A0-988F-094F5D683A68}">
      <dgm:prSet/>
      <dgm:spPr/>
      <dgm:t>
        <a:bodyPr/>
        <a:lstStyle/>
        <a:p>
          <a:endParaRPr lang="fr-029"/>
        </a:p>
      </dgm:t>
    </dgm:pt>
    <dgm:pt modelId="{09FD440B-065C-4EBA-A508-60D68BDDF53D}">
      <dgm:prSet/>
      <dgm:spPr/>
      <dgm:t>
        <a:bodyPr/>
        <a:lstStyle/>
        <a:p>
          <a:pPr>
            <a:buNone/>
          </a:pPr>
          <a:r>
            <a:rPr lang="fr-FR" b="1"/>
            <a:t>S11</a:t>
          </a:r>
          <a:r>
            <a:rPr lang="fr-FR"/>
            <a:t> — </a:t>
          </a:r>
          <a:r>
            <a:rPr lang="fr-FR" b="1"/>
            <a:t>Graphes (notions)</a:t>
          </a:r>
          <a:r>
            <a:rPr lang="fr-FR"/>
            <a:t> &amp; </a:t>
          </a:r>
          <a:r>
            <a:rPr lang="fr-FR" b="1"/>
            <a:t>Optimisation — initiation</a:t>
          </a:r>
          <a:r>
            <a:rPr lang="fr-FR"/>
            <a:t> (sac à dos simple, allocation)</a:t>
          </a:r>
        </a:p>
      </dgm:t>
    </dgm:pt>
    <dgm:pt modelId="{475EE3EE-1DCD-42C4-9FCD-6B2DEAF57F24}" type="parTrans" cxnId="{B7F81124-0E2A-40B2-8228-F2B73E4804A7}">
      <dgm:prSet/>
      <dgm:spPr/>
      <dgm:t>
        <a:bodyPr/>
        <a:lstStyle/>
        <a:p>
          <a:endParaRPr lang="fr-029"/>
        </a:p>
      </dgm:t>
    </dgm:pt>
    <dgm:pt modelId="{F6B82F09-18CB-412B-A5D3-A9824D7EA2EC}" type="sibTrans" cxnId="{B7F81124-0E2A-40B2-8228-F2B73E4804A7}">
      <dgm:prSet/>
      <dgm:spPr/>
      <dgm:t>
        <a:bodyPr/>
        <a:lstStyle/>
        <a:p>
          <a:endParaRPr lang="fr-029"/>
        </a:p>
      </dgm:t>
    </dgm:pt>
    <dgm:pt modelId="{4E8C8857-426E-4A65-866A-59D5F4E23210}">
      <dgm:prSet/>
      <dgm:spPr/>
      <dgm:t>
        <a:bodyPr/>
        <a:lstStyle/>
        <a:p>
          <a:r>
            <a:rPr lang="fr-FR" b="1"/>
            <a:t>S12</a:t>
          </a:r>
          <a:r>
            <a:rPr lang="fr-FR"/>
            <a:t> — </a:t>
          </a:r>
          <a:r>
            <a:rPr lang="fr-FR" b="1"/>
            <a:t>Optimisation (suite)</a:t>
          </a:r>
          <a:r>
            <a:rPr lang="fr-FR"/>
            <a:t> &amp; Complexité — aperçu (O/Ω/Θ) + révision intégrée</a:t>
          </a:r>
        </a:p>
      </dgm:t>
    </dgm:pt>
    <dgm:pt modelId="{E4139C13-7D1B-4720-A8FD-0F18840A0257}" type="parTrans" cxnId="{3A701565-999E-419C-939D-B5E4D020DD25}">
      <dgm:prSet/>
      <dgm:spPr/>
      <dgm:t>
        <a:bodyPr/>
        <a:lstStyle/>
        <a:p>
          <a:endParaRPr lang="fr-029"/>
        </a:p>
      </dgm:t>
    </dgm:pt>
    <dgm:pt modelId="{85D38FE2-F53D-48A4-BE17-BFE3578861D4}" type="sibTrans" cxnId="{3A701565-999E-419C-939D-B5E4D020DD25}">
      <dgm:prSet/>
      <dgm:spPr/>
      <dgm:t>
        <a:bodyPr/>
        <a:lstStyle/>
        <a:p>
          <a:endParaRPr lang="fr-029"/>
        </a:p>
      </dgm:t>
    </dgm:pt>
    <dgm:pt modelId="{CAB9E0FE-73A5-4BFE-9A42-9AA48383A42B}" type="pres">
      <dgm:prSet presAssocID="{3C13138F-3874-4922-B9F1-2CC6458B4E57}" presName="linear" presStyleCnt="0">
        <dgm:presLayoutVars>
          <dgm:animLvl val="lvl"/>
          <dgm:resizeHandles val="exact"/>
        </dgm:presLayoutVars>
      </dgm:prSet>
      <dgm:spPr/>
    </dgm:pt>
    <dgm:pt modelId="{E6AC0178-3A34-41E4-BDAC-3A7408618F7B}" type="pres">
      <dgm:prSet presAssocID="{45377D57-0BB5-45AC-9EDB-A6543259A903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EF5A4185-4784-46E2-B9C9-B988DE2BE51D}" type="pres">
      <dgm:prSet presAssocID="{B2F7D838-10B3-42A4-B095-1218B9E1DC76}" presName="spacer" presStyleCnt="0"/>
      <dgm:spPr/>
    </dgm:pt>
    <dgm:pt modelId="{5EA3EB08-A48B-4B02-9745-7AC61F017898}" type="pres">
      <dgm:prSet presAssocID="{419FDE2A-BB0B-446F-B80F-6E514BA17313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4DC109E0-EE30-4447-9B99-0AD974FEFA4B}" type="pres">
      <dgm:prSet presAssocID="{1822A04D-89F1-4E9E-B202-BE181258E59D}" presName="spacer" presStyleCnt="0"/>
      <dgm:spPr/>
    </dgm:pt>
    <dgm:pt modelId="{FE3F2311-7D6D-49D8-8BEE-5017383E9E10}" type="pres">
      <dgm:prSet presAssocID="{5DBE755D-759B-459A-A7AC-52F22D44C1B0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33969D71-3BDF-4B93-8E8E-05D79E3DF5EB}" type="pres">
      <dgm:prSet presAssocID="{ADB1ACAE-E10A-4CB2-8ED7-1DECDEDCF912}" presName="spacer" presStyleCnt="0"/>
      <dgm:spPr/>
    </dgm:pt>
    <dgm:pt modelId="{6D261DC2-9E7B-4F65-9761-110814A94353}" type="pres">
      <dgm:prSet presAssocID="{ABB5716A-041B-4002-AFAE-77D682318FF6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60FD945B-A7C5-42C7-BD2F-1228F7A518F2}" type="pres">
      <dgm:prSet presAssocID="{E551EE0A-2C0C-47E9-ABBF-B8D1AFDDB6D3}" presName="spacer" presStyleCnt="0"/>
      <dgm:spPr/>
    </dgm:pt>
    <dgm:pt modelId="{36AE2EA3-FC6F-451D-AD1D-F3BB3C78A31E}" type="pres">
      <dgm:prSet presAssocID="{AE7E699A-D4D1-4B97-A8A9-6D77082D076F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9E589CDE-E97C-4E24-B7A7-AF4D771A1F58}" type="pres">
      <dgm:prSet presAssocID="{2F2193B4-B8FA-460E-9427-3AEE4C09C2F3}" presName="spacer" presStyleCnt="0"/>
      <dgm:spPr/>
    </dgm:pt>
    <dgm:pt modelId="{0842DDB5-A84E-4BA8-8660-23C785BCD511}" type="pres">
      <dgm:prSet presAssocID="{568AB72B-F448-4475-B0D9-7FE84B9CCCBE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7487809A-5111-4D09-9F7E-F30598D59D31}" type="pres">
      <dgm:prSet presAssocID="{B5AEE73B-3C68-4BC0-BA74-6FCC380988FD}" presName="spacer" presStyleCnt="0"/>
      <dgm:spPr/>
    </dgm:pt>
    <dgm:pt modelId="{B549C83D-262A-43E3-B1DD-A14537CB2B9E}" type="pres">
      <dgm:prSet presAssocID="{A811D799-59FD-4744-B393-3872E10FF15F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8BBE396D-2BC2-4DBF-B804-361C3FF67CB7}" type="pres">
      <dgm:prSet presAssocID="{86A27490-1C73-42DC-B9D6-2CF57BB5B990}" presName="spacer" presStyleCnt="0"/>
      <dgm:spPr/>
    </dgm:pt>
    <dgm:pt modelId="{44A9AC39-1D30-4F34-9AD3-34CF67C107B2}" type="pres">
      <dgm:prSet presAssocID="{FDA0710C-67F3-430C-812F-6AC88A217E04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5C7214D1-1848-4756-8096-AB5CF772AC56}" type="pres">
      <dgm:prSet presAssocID="{AF0518B4-1380-4221-BD9A-3BFC1E5F7D26}" presName="spacer" presStyleCnt="0"/>
      <dgm:spPr/>
    </dgm:pt>
    <dgm:pt modelId="{F0F3E173-D1FA-48E3-88F1-FDBA07255DB3}" type="pres">
      <dgm:prSet presAssocID="{09FD440B-065C-4EBA-A508-60D68BDDF53D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646D312D-E199-4B02-AF06-BBB781A3EBBA}" type="pres">
      <dgm:prSet presAssocID="{F6B82F09-18CB-412B-A5D3-A9824D7EA2EC}" presName="spacer" presStyleCnt="0"/>
      <dgm:spPr/>
    </dgm:pt>
    <dgm:pt modelId="{E1DEB340-0805-4160-A4E0-FD69AC124C7E}" type="pres">
      <dgm:prSet presAssocID="{4E8C8857-426E-4A65-866A-59D5F4E23210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B7F81124-0E2A-40B2-8228-F2B73E4804A7}" srcId="{3C13138F-3874-4922-B9F1-2CC6458B4E57}" destId="{09FD440B-065C-4EBA-A508-60D68BDDF53D}" srcOrd="8" destOrd="0" parTransId="{475EE3EE-1DCD-42C4-9FCD-6B2DEAF57F24}" sibTransId="{F6B82F09-18CB-412B-A5D3-A9824D7EA2EC}"/>
    <dgm:cxn modelId="{B7280C2B-6215-47C2-9D1E-13BFF68F6F36}" srcId="{3C13138F-3874-4922-B9F1-2CC6458B4E57}" destId="{419FDE2A-BB0B-446F-B80F-6E514BA17313}" srcOrd="1" destOrd="0" parTransId="{260BCA41-11BC-4F59-9C7F-6AF126135D16}" sibTransId="{1822A04D-89F1-4E9E-B202-BE181258E59D}"/>
    <dgm:cxn modelId="{3A701565-999E-419C-939D-B5E4D020DD25}" srcId="{3C13138F-3874-4922-B9F1-2CC6458B4E57}" destId="{4E8C8857-426E-4A65-866A-59D5F4E23210}" srcOrd="9" destOrd="0" parTransId="{E4139C13-7D1B-4720-A8FD-0F18840A0257}" sibTransId="{85D38FE2-F53D-48A4-BE17-BFE3578861D4}"/>
    <dgm:cxn modelId="{13F87348-2DCA-44AB-8396-52C13426BEB8}" srcId="{3C13138F-3874-4922-B9F1-2CC6458B4E57}" destId="{5DBE755D-759B-459A-A7AC-52F22D44C1B0}" srcOrd="2" destOrd="0" parTransId="{C486C00E-A9BD-4422-8FA1-292068F177DC}" sibTransId="{ADB1ACAE-E10A-4CB2-8ED7-1DECDEDCF912}"/>
    <dgm:cxn modelId="{8CD1B46C-C3F5-4F06-A1FC-4B726969EC3D}" type="presOf" srcId="{419FDE2A-BB0B-446F-B80F-6E514BA17313}" destId="{5EA3EB08-A48B-4B02-9745-7AC61F017898}" srcOrd="0" destOrd="0" presId="urn:microsoft.com/office/officeart/2005/8/layout/vList2"/>
    <dgm:cxn modelId="{B80D0B71-5AC2-45C9-95C7-3EDBBBEF2F82}" type="presOf" srcId="{09FD440B-065C-4EBA-A508-60D68BDDF53D}" destId="{F0F3E173-D1FA-48E3-88F1-FDBA07255DB3}" srcOrd="0" destOrd="0" presId="urn:microsoft.com/office/officeart/2005/8/layout/vList2"/>
    <dgm:cxn modelId="{642E8E58-C961-4E23-868C-107BA84EDC87}" type="presOf" srcId="{FDA0710C-67F3-430C-812F-6AC88A217E04}" destId="{44A9AC39-1D30-4F34-9AD3-34CF67C107B2}" srcOrd="0" destOrd="0" presId="urn:microsoft.com/office/officeart/2005/8/layout/vList2"/>
    <dgm:cxn modelId="{A1B21E7B-31CA-4F6F-8AB5-68455574423D}" type="presOf" srcId="{568AB72B-F448-4475-B0D9-7FE84B9CCCBE}" destId="{0842DDB5-A84E-4BA8-8660-23C785BCD511}" srcOrd="0" destOrd="0" presId="urn:microsoft.com/office/officeart/2005/8/layout/vList2"/>
    <dgm:cxn modelId="{4E7DC181-E47D-423B-89D1-B2E2E6E0A8BE}" type="presOf" srcId="{45377D57-0BB5-45AC-9EDB-A6543259A903}" destId="{E6AC0178-3A34-41E4-BDAC-3A7408618F7B}" srcOrd="0" destOrd="0" presId="urn:microsoft.com/office/officeart/2005/8/layout/vList2"/>
    <dgm:cxn modelId="{84606686-C259-42BD-8CB6-274275F6395B}" srcId="{3C13138F-3874-4922-B9F1-2CC6458B4E57}" destId="{ABB5716A-041B-4002-AFAE-77D682318FF6}" srcOrd="3" destOrd="0" parTransId="{8775E626-C9BB-47E9-9B92-7AFACA28A80C}" sibTransId="{E551EE0A-2C0C-47E9-ABBF-B8D1AFDDB6D3}"/>
    <dgm:cxn modelId="{83C3A08F-43B7-48AF-AB68-959588143E60}" srcId="{3C13138F-3874-4922-B9F1-2CC6458B4E57}" destId="{AE7E699A-D4D1-4B97-A8A9-6D77082D076F}" srcOrd="4" destOrd="0" parTransId="{1EB0BBF3-ACBE-4EF7-A531-6F45FCE555E7}" sibTransId="{2F2193B4-B8FA-460E-9427-3AEE4C09C2F3}"/>
    <dgm:cxn modelId="{9AF92398-CB53-443C-A3C3-9EE78CBAEAB4}" type="presOf" srcId="{ABB5716A-041B-4002-AFAE-77D682318FF6}" destId="{6D261DC2-9E7B-4F65-9761-110814A94353}" srcOrd="0" destOrd="0" presId="urn:microsoft.com/office/officeart/2005/8/layout/vList2"/>
    <dgm:cxn modelId="{2AF56499-5B73-4E56-A2D3-47DC0DB6B8F3}" srcId="{3C13138F-3874-4922-B9F1-2CC6458B4E57}" destId="{568AB72B-F448-4475-B0D9-7FE84B9CCCBE}" srcOrd="5" destOrd="0" parTransId="{19BAB58C-4268-49CB-A955-6BAB5A3EF0DB}" sibTransId="{B5AEE73B-3C68-4BC0-BA74-6FCC380988FD}"/>
    <dgm:cxn modelId="{12B898A3-503F-4E82-A9BC-C338DBD45D64}" type="presOf" srcId="{5DBE755D-759B-459A-A7AC-52F22D44C1B0}" destId="{FE3F2311-7D6D-49D8-8BEE-5017383E9E10}" srcOrd="0" destOrd="0" presId="urn:microsoft.com/office/officeart/2005/8/layout/vList2"/>
    <dgm:cxn modelId="{9B9290BF-DB7C-42B2-8874-361ACA1DF1DF}" type="presOf" srcId="{3C13138F-3874-4922-B9F1-2CC6458B4E57}" destId="{CAB9E0FE-73A5-4BFE-9A42-9AA48383A42B}" srcOrd="0" destOrd="0" presId="urn:microsoft.com/office/officeart/2005/8/layout/vList2"/>
    <dgm:cxn modelId="{357044C3-9632-4C21-9EDE-95890CAC7A36}" type="presOf" srcId="{A811D799-59FD-4744-B393-3872E10FF15F}" destId="{B549C83D-262A-43E3-B1DD-A14537CB2B9E}" srcOrd="0" destOrd="0" presId="urn:microsoft.com/office/officeart/2005/8/layout/vList2"/>
    <dgm:cxn modelId="{C83BE4D9-53FF-4D65-8622-656D92BC8762}" srcId="{3C13138F-3874-4922-B9F1-2CC6458B4E57}" destId="{A811D799-59FD-4744-B393-3872E10FF15F}" srcOrd="6" destOrd="0" parTransId="{D5C29BDA-E05F-4264-84A9-3E807722049D}" sibTransId="{86A27490-1C73-42DC-B9D6-2CF57BB5B990}"/>
    <dgm:cxn modelId="{20CB5FDB-7FE9-4D11-A4C0-72118628AD40}" type="presOf" srcId="{4E8C8857-426E-4A65-866A-59D5F4E23210}" destId="{E1DEB340-0805-4160-A4E0-FD69AC124C7E}" srcOrd="0" destOrd="0" presId="urn:microsoft.com/office/officeart/2005/8/layout/vList2"/>
    <dgm:cxn modelId="{B86DFFE1-0ED0-45A0-988F-094F5D683A68}" srcId="{3C13138F-3874-4922-B9F1-2CC6458B4E57}" destId="{FDA0710C-67F3-430C-812F-6AC88A217E04}" srcOrd="7" destOrd="0" parTransId="{EE751AD0-7DF7-45CA-B455-4610C9362E05}" sibTransId="{AF0518B4-1380-4221-BD9A-3BFC1E5F7D26}"/>
    <dgm:cxn modelId="{FB5CA3F3-5C4C-4565-9044-4CAD1901346E}" type="presOf" srcId="{AE7E699A-D4D1-4B97-A8A9-6D77082D076F}" destId="{36AE2EA3-FC6F-451D-AD1D-F3BB3C78A31E}" srcOrd="0" destOrd="0" presId="urn:microsoft.com/office/officeart/2005/8/layout/vList2"/>
    <dgm:cxn modelId="{A24C1EF9-77F1-4F46-9FDB-3B2A1DD96D43}" srcId="{3C13138F-3874-4922-B9F1-2CC6458B4E57}" destId="{45377D57-0BB5-45AC-9EDB-A6543259A903}" srcOrd="0" destOrd="0" parTransId="{07B73D17-F454-455C-A1F3-02AB179432F0}" sibTransId="{B2F7D838-10B3-42A4-B095-1218B9E1DC76}"/>
    <dgm:cxn modelId="{57A84CA6-2FC3-4E93-B7A5-AF54425A6BFD}" type="presParOf" srcId="{CAB9E0FE-73A5-4BFE-9A42-9AA48383A42B}" destId="{E6AC0178-3A34-41E4-BDAC-3A7408618F7B}" srcOrd="0" destOrd="0" presId="urn:microsoft.com/office/officeart/2005/8/layout/vList2"/>
    <dgm:cxn modelId="{79088B35-8692-4759-84E7-561DAF5E5B24}" type="presParOf" srcId="{CAB9E0FE-73A5-4BFE-9A42-9AA48383A42B}" destId="{EF5A4185-4784-46E2-B9C9-B988DE2BE51D}" srcOrd="1" destOrd="0" presId="urn:microsoft.com/office/officeart/2005/8/layout/vList2"/>
    <dgm:cxn modelId="{EA4AA2B3-CBF0-4A9F-B93E-9FA94056F762}" type="presParOf" srcId="{CAB9E0FE-73A5-4BFE-9A42-9AA48383A42B}" destId="{5EA3EB08-A48B-4B02-9745-7AC61F017898}" srcOrd="2" destOrd="0" presId="urn:microsoft.com/office/officeart/2005/8/layout/vList2"/>
    <dgm:cxn modelId="{33A0BEE3-B622-4F03-98B2-C4A41025DF34}" type="presParOf" srcId="{CAB9E0FE-73A5-4BFE-9A42-9AA48383A42B}" destId="{4DC109E0-EE30-4447-9B99-0AD974FEFA4B}" srcOrd="3" destOrd="0" presId="urn:microsoft.com/office/officeart/2005/8/layout/vList2"/>
    <dgm:cxn modelId="{DEDEBCDE-096B-4BE2-83B4-7DACA4038E51}" type="presParOf" srcId="{CAB9E0FE-73A5-4BFE-9A42-9AA48383A42B}" destId="{FE3F2311-7D6D-49D8-8BEE-5017383E9E10}" srcOrd="4" destOrd="0" presId="urn:microsoft.com/office/officeart/2005/8/layout/vList2"/>
    <dgm:cxn modelId="{5FAD1E08-26E4-46D5-826B-109550FE39A5}" type="presParOf" srcId="{CAB9E0FE-73A5-4BFE-9A42-9AA48383A42B}" destId="{33969D71-3BDF-4B93-8E8E-05D79E3DF5EB}" srcOrd="5" destOrd="0" presId="urn:microsoft.com/office/officeart/2005/8/layout/vList2"/>
    <dgm:cxn modelId="{406D957C-135B-4B37-9358-07982754C374}" type="presParOf" srcId="{CAB9E0FE-73A5-4BFE-9A42-9AA48383A42B}" destId="{6D261DC2-9E7B-4F65-9761-110814A94353}" srcOrd="6" destOrd="0" presId="urn:microsoft.com/office/officeart/2005/8/layout/vList2"/>
    <dgm:cxn modelId="{3361931A-16F8-473B-ABF6-48474493EECF}" type="presParOf" srcId="{CAB9E0FE-73A5-4BFE-9A42-9AA48383A42B}" destId="{60FD945B-A7C5-42C7-BD2F-1228F7A518F2}" srcOrd="7" destOrd="0" presId="urn:microsoft.com/office/officeart/2005/8/layout/vList2"/>
    <dgm:cxn modelId="{703AA966-BC1B-42C8-8989-11D6CD46CCD5}" type="presParOf" srcId="{CAB9E0FE-73A5-4BFE-9A42-9AA48383A42B}" destId="{36AE2EA3-FC6F-451D-AD1D-F3BB3C78A31E}" srcOrd="8" destOrd="0" presId="urn:microsoft.com/office/officeart/2005/8/layout/vList2"/>
    <dgm:cxn modelId="{B0654C03-0720-40DD-8539-EDA8D45DF5CF}" type="presParOf" srcId="{CAB9E0FE-73A5-4BFE-9A42-9AA48383A42B}" destId="{9E589CDE-E97C-4E24-B7A7-AF4D771A1F58}" srcOrd="9" destOrd="0" presId="urn:microsoft.com/office/officeart/2005/8/layout/vList2"/>
    <dgm:cxn modelId="{CBAE8694-76B7-49AB-BEF1-E3DBFE50015F}" type="presParOf" srcId="{CAB9E0FE-73A5-4BFE-9A42-9AA48383A42B}" destId="{0842DDB5-A84E-4BA8-8660-23C785BCD511}" srcOrd="10" destOrd="0" presId="urn:microsoft.com/office/officeart/2005/8/layout/vList2"/>
    <dgm:cxn modelId="{29C27F04-C379-4608-8977-7C609AECC4B8}" type="presParOf" srcId="{CAB9E0FE-73A5-4BFE-9A42-9AA48383A42B}" destId="{7487809A-5111-4D09-9F7E-F30598D59D31}" srcOrd="11" destOrd="0" presId="urn:microsoft.com/office/officeart/2005/8/layout/vList2"/>
    <dgm:cxn modelId="{67B762E9-1CD4-436F-B411-843C2B598B3D}" type="presParOf" srcId="{CAB9E0FE-73A5-4BFE-9A42-9AA48383A42B}" destId="{B549C83D-262A-43E3-B1DD-A14537CB2B9E}" srcOrd="12" destOrd="0" presId="urn:microsoft.com/office/officeart/2005/8/layout/vList2"/>
    <dgm:cxn modelId="{67DDA903-A558-45F5-9D07-A31E47FF29C5}" type="presParOf" srcId="{CAB9E0FE-73A5-4BFE-9A42-9AA48383A42B}" destId="{8BBE396D-2BC2-4DBF-B804-361C3FF67CB7}" srcOrd="13" destOrd="0" presId="urn:microsoft.com/office/officeart/2005/8/layout/vList2"/>
    <dgm:cxn modelId="{3B48C909-F756-4D94-8297-7EE01C82DC85}" type="presParOf" srcId="{CAB9E0FE-73A5-4BFE-9A42-9AA48383A42B}" destId="{44A9AC39-1D30-4F34-9AD3-34CF67C107B2}" srcOrd="14" destOrd="0" presId="urn:microsoft.com/office/officeart/2005/8/layout/vList2"/>
    <dgm:cxn modelId="{5B716374-E4D9-4B04-9062-C61044E64229}" type="presParOf" srcId="{CAB9E0FE-73A5-4BFE-9A42-9AA48383A42B}" destId="{5C7214D1-1848-4756-8096-AB5CF772AC56}" srcOrd="15" destOrd="0" presId="urn:microsoft.com/office/officeart/2005/8/layout/vList2"/>
    <dgm:cxn modelId="{C8A54CDE-B14B-4F83-AE3D-2A918EA40CE2}" type="presParOf" srcId="{CAB9E0FE-73A5-4BFE-9A42-9AA48383A42B}" destId="{F0F3E173-D1FA-48E3-88F1-FDBA07255DB3}" srcOrd="16" destOrd="0" presId="urn:microsoft.com/office/officeart/2005/8/layout/vList2"/>
    <dgm:cxn modelId="{8E34E2D7-BCB2-46A8-B44B-207E5B14DDB1}" type="presParOf" srcId="{CAB9E0FE-73A5-4BFE-9A42-9AA48383A42B}" destId="{646D312D-E199-4B02-AF06-BBB781A3EBBA}" srcOrd="17" destOrd="0" presId="urn:microsoft.com/office/officeart/2005/8/layout/vList2"/>
    <dgm:cxn modelId="{42D658F1-EADF-439A-9C4E-346951590C73}" type="presParOf" srcId="{CAB9E0FE-73A5-4BFE-9A42-9AA48383A42B}" destId="{E1DEB340-0805-4160-A4E0-FD69AC124C7E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036E356-B830-4F73-A6E0-53D822AD4D2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05980BE-0E17-4CB2-9E8B-11587390BAB6}">
      <dgm:prSet/>
      <dgm:spPr/>
      <dgm:t>
        <a:bodyPr/>
        <a:lstStyle/>
        <a:p>
          <a:r>
            <a:rPr lang="en-US"/>
            <a:t>Pas de démonstrations très techniques</a:t>
          </a:r>
        </a:p>
      </dgm:t>
    </dgm:pt>
    <dgm:pt modelId="{FA88459A-FA62-4141-8640-9EC90869DF41}" type="parTrans" cxnId="{80181133-F30E-4E53-B7BD-12839B5126E7}">
      <dgm:prSet/>
      <dgm:spPr/>
      <dgm:t>
        <a:bodyPr/>
        <a:lstStyle/>
        <a:p>
          <a:endParaRPr lang="en-US"/>
        </a:p>
      </dgm:t>
    </dgm:pt>
    <dgm:pt modelId="{33D16B22-5497-40BF-830E-28D2200E5DBF}" type="sibTrans" cxnId="{80181133-F30E-4E53-B7BD-12839B5126E7}">
      <dgm:prSet/>
      <dgm:spPr/>
      <dgm:t>
        <a:bodyPr/>
        <a:lstStyle/>
        <a:p>
          <a:endParaRPr lang="en-US"/>
        </a:p>
      </dgm:t>
    </dgm:pt>
    <dgm:pt modelId="{3A9DED91-49A2-4ED6-9375-892B56A49E4C}">
      <dgm:prSet/>
      <dgm:spPr/>
      <dgm:t>
        <a:bodyPr/>
        <a:lstStyle/>
        <a:p>
          <a:r>
            <a:rPr lang="en-US"/>
            <a:t>Pas besoin d'être fort·e en calcul formel</a:t>
          </a:r>
        </a:p>
      </dgm:t>
    </dgm:pt>
    <dgm:pt modelId="{55133C82-A380-41CE-965E-FBC98554A5D7}" type="parTrans" cxnId="{3C4DC7BC-3D86-4F08-9A9C-8455C7BE4298}">
      <dgm:prSet/>
      <dgm:spPr/>
      <dgm:t>
        <a:bodyPr/>
        <a:lstStyle/>
        <a:p>
          <a:endParaRPr lang="en-US"/>
        </a:p>
      </dgm:t>
    </dgm:pt>
    <dgm:pt modelId="{9A3A7713-3A24-4A80-A065-CCD50439AA04}" type="sibTrans" cxnId="{3C4DC7BC-3D86-4F08-9A9C-8455C7BE4298}">
      <dgm:prSet/>
      <dgm:spPr/>
      <dgm:t>
        <a:bodyPr/>
        <a:lstStyle/>
        <a:p>
          <a:endParaRPr lang="en-US"/>
        </a:p>
      </dgm:t>
    </dgm:pt>
    <dgm:pt modelId="{1B1AF04F-1FDD-425C-B5D1-D17F1D5824EB}">
      <dgm:prSet/>
      <dgm:spPr/>
      <dgm:t>
        <a:bodyPr/>
        <a:lstStyle/>
        <a:p>
          <a:r>
            <a:rPr lang="en-US"/>
            <a:t>La programmation servira surtout en démonstration (enseignant)</a:t>
          </a:r>
        </a:p>
      </dgm:t>
    </dgm:pt>
    <dgm:pt modelId="{1804A4FE-8CA1-4E49-8E9C-B5EFB4822927}" type="parTrans" cxnId="{E0219074-B49E-4810-B1C6-F07EFC4962CE}">
      <dgm:prSet/>
      <dgm:spPr/>
      <dgm:t>
        <a:bodyPr/>
        <a:lstStyle/>
        <a:p>
          <a:endParaRPr lang="en-US"/>
        </a:p>
      </dgm:t>
    </dgm:pt>
    <dgm:pt modelId="{FCB56810-2A65-4A96-AB9C-B65ED52C65AB}" type="sibTrans" cxnId="{E0219074-B49E-4810-B1C6-F07EFC4962CE}">
      <dgm:prSet/>
      <dgm:spPr/>
      <dgm:t>
        <a:bodyPr/>
        <a:lstStyle/>
        <a:p>
          <a:endParaRPr lang="en-US"/>
        </a:p>
      </dgm:t>
    </dgm:pt>
    <dgm:pt modelId="{F68DBAE0-98D9-45E0-8988-AAA3CF303200}" type="pres">
      <dgm:prSet presAssocID="{F036E356-B830-4F73-A6E0-53D822AD4D2C}" presName="linear" presStyleCnt="0">
        <dgm:presLayoutVars>
          <dgm:animLvl val="lvl"/>
          <dgm:resizeHandles val="exact"/>
        </dgm:presLayoutVars>
      </dgm:prSet>
      <dgm:spPr/>
    </dgm:pt>
    <dgm:pt modelId="{E55258F2-86D0-4BF9-B09C-17DA104D2AFE}" type="pres">
      <dgm:prSet presAssocID="{705980BE-0E17-4CB2-9E8B-11587390BAB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1370FBA-816E-417D-956A-80BA4B707546}" type="pres">
      <dgm:prSet presAssocID="{33D16B22-5497-40BF-830E-28D2200E5DBF}" presName="spacer" presStyleCnt="0"/>
      <dgm:spPr/>
    </dgm:pt>
    <dgm:pt modelId="{9E684FA8-F98B-4BEC-BA4C-876D80CC312A}" type="pres">
      <dgm:prSet presAssocID="{3A9DED91-49A2-4ED6-9375-892B56A49E4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F767121-50AD-441F-8A9A-7BABBCBEDC24}" type="pres">
      <dgm:prSet presAssocID="{9A3A7713-3A24-4A80-A065-CCD50439AA04}" presName="spacer" presStyleCnt="0"/>
      <dgm:spPr/>
    </dgm:pt>
    <dgm:pt modelId="{356303CE-FEC4-42CF-B23A-E2715AB7F91D}" type="pres">
      <dgm:prSet presAssocID="{1B1AF04F-1FDD-425C-B5D1-D17F1D5824E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B37172D-7846-4E8C-8C30-EDD12E92DC99}" type="presOf" srcId="{3A9DED91-49A2-4ED6-9375-892B56A49E4C}" destId="{9E684FA8-F98B-4BEC-BA4C-876D80CC312A}" srcOrd="0" destOrd="0" presId="urn:microsoft.com/office/officeart/2005/8/layout/vList2"/>
    <dgm:cxn modelId="{80181133-F30E-4E53-B7BD-12839B5126E7}" srcId="{F036E356-B830-4F73-A6E0-53D822AD4D2C}" destId="{705980BE-0E17-4CB2-9E8B-11587390BAB6}" srcOrd="0" destOrd="0" parTransId="{FA88459A-FA62-4141-8640-9EC90869DF41}" sibTransId="{33D16B22-5497-40BF-830E-28D2200E5DBF}"/>
    <dgm:cxn modelId="{9E22A660-6ED7-44A1-9FA1-DB2BFFF29345}" type="presOf" srcId="{1B1AF04F-1FDD-425C-B5D1-D17F1D5824EB}" destId="{356303CE-FEC4-42CF-B23A-E2715AB7F91D}" srcOrd="0" destOrd="0" presId="urn:microsoft.com/office/officeart/2005/8/layout/vList2"/>
    <dgm:cxn modelId="{E0219074-B49E-4810-B1C6-F07EFC4962CE}" srcId="{F036E356-B830-4F73-A6E0-53D822AD4D2C}" destId="{1B1AF04F-1FDD-425C-B5D1-D17F1D5824EB}" srcOrd="2" destOrd="0" parTransId="{1804A4FE-8CA1-4E49-8E9C-B5EFB4822927}" sibTransId="{FCB56810-2A65-4A96-AB9C-B65ED52C65AB}"/>
    <dgm:cxn modelId="{3C4DC7BC-3D86-4F08-9A9C-8455C7BE4298}" srcId="{F036E356-B830-4F73-A6E0-53D822AD4D2C}" destId="{3A9DED91-49A2-4ED6-9375-892B56A49E4C}" srcOrd="1" destOrd="0" parTransId="{55133C82-A380-41CE-965E-FBC98554A5D7}" sibTransId="{9A3A7713-3A24-4A80-A065-CCD50439AA04}"/>
    <dgm:cxn modelId="{E9CD19F3-388B-4C99-A8DC-AC2D229DDA1D}" type="presOf" srcId="{705980BE-0E17-4CB2-9E8B-11587390BAB6}" destId="{E55258F2-86D0-4BF9-B09C-17DA104D2AFE}" srcOrd="0" destOrd="0" presId="urn:microsoft.com/office/officeart/2005/8/layout/vList2"/>
    <dgm:cxn modelId="{2BA767FC-DEB8-46B5-873E-505BDF9AF0C1}" type="presOf" srcId="{F036E356-B830-4F73-A6E0-53D822AD4D2C}" destId="{F68DBAE0-98D9-45E0-8988-AAA3CF303200}" srcOrd="0" destOrd="0" presId="urn:microsoft.com/office/officeart/2005/8/layout/vList2"/>
    <dgm:cxn modelId="{4727EB67-6E2B-4A13-AB99-CB3DAFF707AE}" type="presParOf" srcId="{F68DBAE0-98D9-45E0-8988-AAA3CF303200}" destId="{E55258F2-86D0-4BF9-B09C-17DA104D2AFE}" srcOrd="0" destOrd="0" presId="urn:microsoft.com/office/officeart/2005/8/layout/vList2"/>
    <dgm:cxn modelId="{60E56525-116B-48D2-BD26-487F10ADCA45}" type="presParOf" srcId="{F68DBAE0-98D9-45E0-8988-AAA3CF303200}" destId="{F1370FBA-816E-417D-956A-80BA4B707546}" srcOrd="1" destOrd="0" presId="urn:microsoft.com/office/officeart/2005/8/layout/vList2"/>
    <dgm:cxn modelId="{EE8DE33F-9E6C-431A-9AC3-B8AFFDD50215}" type="presParOf" srcId="{F68DBAE0-98D9-45E0-8988-AAA3CF303200}" destId="{9E684FA8-F98B-4BEC-BA4C-876D80CC312A}" srcOrd="2" destOrd="0" presId="urn:microsoft.com/office/officeart/2005/8/layout/vList2"/>
    <dgm:cxn modelId="{0A89F4BA-26C1-46F8-8F9F-3691EE66731C}" type="presParOf" srcId="{F68DBAE0-98D9-45E0-8988-AAA3CF303200}" destId="{9F767121-50AD-441F-8A9A-7BABBCBEDC24}" srcOrd="3" destOrd="0" presId="urn:microsoft.com/office/officeart/2005/8/layout/vList2"/>
    <dgm:cxn modelId="{E5199F43-6BA2-439F-95D1-82B3A6C8221A}" type="presParOf" srcId="{F68DBAE0-98D9-45E0-8988-AAA3CF303200}" destId="{356303CE-FEC4-42CF-B23A-E2715AB7F91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3AAD66E-380D-4898-AC1C-47644A241338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E21395-E966-496B-810D-E8248AB015D7}">
      <dgm:prSet/>
      <dgm:spPr/>
      <dgm:t>
        <a:bodyPr/>
        <a:lstStyle/>
        <a:p>
          <a:r>
            <a:rPr lang="en-US"/>
            <a:t>Intro algo</a:t>
          </a:r>
        </a:p>
      </dgm:t>
    </dgm:pt>
    <dgm:pt modelId="{41ABA38D-0057-47CF-82E6-89112600F18F}" type="parTrans" cxnId="{B87D9D4D-AC51-4CD9-A9F2-CF1A351AF00B}">
      <dgm:prSet/>
      <dgm:spPr/>
      <dgm:t>
        <a:bodyPr/>
        <a:lstStyle/>
        <a:p>
          <a:endParaRPr lang="en-US"/>
        </a:p>
      </dgm:t>
    </dgm:pt>
    <dgm:pt modelId="{AD127847-353F-405D-974F-933FC3BA196F}" type="sibTrans" cxnId="{B87D9D4D-AC51-4CD9-A9F2-CF1A351AF00B}">
      <dgm:prSet/>
      <dgm:spPr/>
      <dgm:t>
        <a:bodyPr/>
        <a:lstStyle/>
        <a:p>
          <a:endParaRPr lang="en-US"/>
        </a:p>
      </dgm:t>
    </dgm:pt>
    <dgm:pt modelId="{BD030281-EB7F-4ED8-A129-B653361B8942}">
      <dgm:prSet/>
      <dgm:spPr/>
      <dgm:t>
        <a:bodyPr/>
        <a:lstStyle/>
        <a:p>
          <a:r>
            <a:rPr lang="en-US"/>
            <a:t>conditions correctes, dénombrements simples</a:t>
          </a:r>
        </a:p>
      </dgm:t>
    </dgm:pt>
    <dgm:pt modelId="{EC697CD0-2886-476C-BE69-F9A1995FFC1A}" type="parTrans" cxnId="{E36AFDE5-17FC-436A-B59A-C543808A7A02}">
      <dgm:prSet/>
      <dgm:spPr/>
      <dgm:t>
        <a:bodyPr/>
        <a:lstStyle/>
        <a:p>
          <a:endParaRPr lang="en-US"/>
        </a:p>
      </dgm:t>
    </dgm:pt>
    <dgm:pt modelId="{92D53BF8-DA39-46EC-A528-2DE387976629}" type="sibTrans" cxnId="{E36AFDE5-17FC-436A-B59A-C543808A7A02}">
      <dgm:prSet/>
      <dgm:spPr/>
      <dgm:t>
        <a:bodyPr/>
        <a:lstStyle/>
        <a:p>
          <a:endParaRPr lang="en-US"/>
        </a:p>
      </dgm:t>
    </dgm:pt>
    <dgm:pt modelId="{08BADA76-D402-4794-AE1D-D802454463CB}">
      <dgm:prSet/>
      <dgm:spPr/>
      <dgm:t>
        <a:bodyPr/>
        <a:lstStyle/>
        <a:p>
          <a:r>
            <a:rPr lang="en-US"/>
            <a:t>Python</a:t>
          </a:r>
        </a:p>
      </dgm:t>
    </dgm:pt>
    <dgm:pt modelId="{C670C5A8-ECF0-485D-9710-2BE1EEF2A9B0}" type="parTrans" cxnId="{475A9637-6C67-496A-AB7C-7EB71FC81FA8}">
      <dgm:prSet/>
      <dgm:spPr/>
      <dgm:t>
        <a:bodyPr/>
        <a:lstStyle/>
        <a:p>
          <a:endParaRPr lang="en-US"/>
        </a:p>
      </dgm:t>
    </dgm:pt>
    <dgm:pt modelId="{2D125CF1-E058-4C68-9519-5C3BBC22D658}" type="sibTrans" cxnId="{475A9637-6C67-496A-AB7C-7EB71FC81FA8}">
      <dgm:prSet/>
      <dgm:spPr/>
      <dgm:t>
        <a:bodyPr/>
        <a:lstStyle/>
        <a:p>
          <a:endParaRPr lang="en-US"/>
        </a:p>
      </dgm:t>
    </dgm:pt>
    <dgm:pt modelId="{1D6B793B-13DA-411D-8425-B3D86F77A2E8}">
      <dgm:prSet/>
      <dgm:spPr/>
      <dgm:t>
        <a:bodyPr/>
        <a:lstStyle/>
        <a:p>
          <a:r>
            <a:rPr lang="en-US"/>
            <a:t>booléens, `if/while`, `set` pour dédoublonner</a:t>
          </a:r>
        </a:p>
      </dgm:t>
    </dgm:pt>
    <dgm:pt modelId="{8F1467B9-B9E7-4CE2-922A-F7B13295D561}" type="parTrans" cxnId="{8151950D-9861-41A9-83F8-90C936B0F056}">
      <dgm:prSet/>
      <dgm:spPr/>
      <dgm:t>
        <a:bodyPr/>
        <a:lstStyle/>
        <a:p>
          <a:endParaRPr lang="en-US"/>
        </a:p>
      </dgm:t>
    </dgm:pt>
    <dgm:pt modelId="{8C89DFA6-8733-4C1B-811B-1A6C5EA15FA5}" type="sibTrans" cxnId="{8151950D-9861-41A9-83F8-90C936B0F056}">
      <dgm:prSet/>
      <dgm:spPr/>
      <dgm:t>
        <a:bodyPr/>
        <a:lstStyle/>
        <a:p>
          <a:endParaRPr lang="en-US"/>
        </a:p>
      </dgm:t>
    </dgm:pt>
    <dgm:pt modelId="{0064040B-335C-419C-9099-16CAAEE990E6}">
      <dgm:prSet/>
      <dgm:spPr/>
      <dgm:t>
        <a:bodyPr/>
        <a:lstStyle/>
        <a:p>
          <a:r>
            <a:rPr lang="en-US"/>
            <a:t>Analyse de données</a:t>
          </a:r>
        </a:p>
      </dgm:t>
    </dgm:pt>
    <dgm:pt modelId="{8E7F5D34-27AE-40AD-A2C6-1B9E55FFD414}" type="parTrans" cxnId="{590C2AF9-1EEA-41C4-85F4-DA89AAB66C24}">
      <dgm:prSet/>
      <dgm:spPr/>
      <dgm:t>
        <a:bodyPr/>
        <a:lstStyle/>
        <a:p>
          <a:endParaRPr lang="en-US"/>
        </a:p>
      </dgm:t>
    </dgm:pt>
    <dgm:pt modelId="{AD70E56B-BE3D-4CC5-9877-F1551B45F2E2}" type="sibTrans" cxnId="{590C2AF9-1EEA-41C4-85F4-DA89AAB66C24}">
      <dgm:prSet/>
      <dgm:spPr/>
      <dgm:t>
        <a:bodyPr/>
        <a:lstStyle/>
        <a:p>
          <a:endParaRPr lang="en-US"/>
        </a:p>
      </dgm:t>
    </dgm:pt>
    <dgm:pt modelId="{E949B948-8EE5-4C86-9656-601E5F254E1C}">
      <dgm:prSet/>
      <dgm:spPr/>
      <dgm:t>
        <a:bodyPr/>
        <a:lstStyle/>
        <a:p>
          <a:r>
            <a:rPr lang="en-US" dirty="0" err="1"/>
            <a:t>comptages</a:t>
          </a:r>
          <a:r>
            <a:rPr lang="en-US" dirty="0"/>
            <a:t>, </a:t>
          </a:r>
          <a:r>
            <a:rPr lang="en-US" dirty="0" err="1"/>
            <a:t>fréquences</a:t>
          </a:r>
          <a:r>
            <a:rPr lang="en-US" dirty="0"/>
            <a:t>, </a:t>
          </a:r>
          <a:r>
            <a:rPr lang="en-US" dirty="0" err="1"/>
            <a:t>probas</a:t>
          </a:r>
          <a:r>
            <a:rPr lang="en-US" dirty="0"/>
            <a:t> simples, </a:t>
          </a:r>
          <a:r>
            <a:rPr lang="en-US" dirty="0" err="1"/>
            <a:t>statistiques</a:t>
          </a:r>
          <a:r>
            <a:rPr lang="en-US" dirty="0"/>
            <a:t> descriptives</a:t>
          </a:r>
        </a:p>
      </dgm:t>
    </dgm:pt>
    <dgm:pt modelId="{2514F943-7217-4362-AC18-1F61A63A2995}" type="parTrans" cxnId="{2E3D8049-F237-4170-8D34-E65FF3426C0E}">
      <dgm:prSet/>
      <dgm:spPr/>
      <dgm:t>
        <a:bodyPr/>
        <a:lstStyle/>
        <a:p>
          <a:endParaRPr lang="en-US"/>
        </a:p>
      </dgm:t>
    </dgm:pt>
    <dgm:pt modelId="{C282123A-6AE9-49C3-A884-E1D5DED87B47}" type="sibTrans" cxnId="{2E3D8049-F237-4170-8D34-E65FF3426C0E}">
      <dgm:prSet/>
      <dgm:spPr/>
      <dgm:t>
        <a:bodyPr/>
        <a:lstStyle/>
        <a:p>
          <a:endParaRPr lang="en-US"/>
        </a:p>
      </dgm:t>
    </dgm:pt>
    <dgm:pt modelId="{9A163248-C702-45E0-9B0E-5A3F202E5C68}">
      <dgm:prSet/>
      <dgm:spPr/>
      <dgm:t>
        <a:bodyPr/>
        <a:lstStyle/>
        <a:p>
          <a:r>
            <a:rPr lang="en-US"/>
            <a:t>Web</a:t>
          </a:r>
        </a:p>
      </dgm:t>
    </dgm:pt>
    <dgm:pt modelId="{BA71996F-CBC8-4F3F-86C5-7520470F541D}" type="parTrans" cxnId="{A405CB1B-98FA-4BC3-BF40-E61E028F0E2C}">
      <dgm:prSet/>
      <dgm:spPr/>
      <dgm:t>
        <a:bodyPr/>
        <a:lstStyle/>
        <a:p>
          <a:endParaRPr lang="en-US"/>
        </a:p>
      </dgm:t>
    </dgm:pt>
    <dgm:pt modelId="{70F9FF97-73C7-46DB-BBAD-C2C854A04B5B}" type="sibTrans" cxnId="{A405CB1B-98FA-4BC3-BF40-E61E028F0E2C}">
      <dgm:prSet/>
      <dgm:spPr/>
      <dgm:t>
        <a:bodyPr/>
        <a:lstStyle/>
        <a:p>
          <a:endParaRPr lang="en-US"/>
        </a:p>
      </dgm:t>
    </dgm:pt>
    <dgm:pt modelId="{48E97618-ABC9-4621-AF65-D63079B30848}">
      <dgm:prSet/>
      <dgm:spPr/>
      <dgm:t>
        <a:bodyPr/>
        <a:lstStyle/>
        <a:p>
          <a:r>
            <a:rPr lang="en-US"/>
            <a:t>validation de formulaire (logique)</a:t>
          </a:r>
        </a:p>
      </dgm:t>
    </dgm:pt>
    <dgm:pt modelId="{0F9AC17B-C775-412A-906C-594BE058CE4A}" type="parTrans" cxnId="{684D5735-F94D-43BC-861E-55E4946306BA}">
      <dgm:prSet/>
      <dgm:spPr/>
      <dgm:t>
        <a:bodyPr/>
        <a:lstStyle/>
        <a:p>
          <a:endParaRPr lang="en-US"/>
        </a:p>
      </dgm:t>
    </dgm:pt>
    <dgm:pt modelId="{DD747D2E-58C4-4F5E-B6F2-444312461B85}" type="sibTrans" cxnId="{684D5735-F94D-43BC-861E-55E4946306BA}">
      <dgm:prSet/>
      <dgm:spPr/>
      <dgm:t>
        <a:bodyPr/>
        <a:lstStyle/>
        <a:p>
          <a:endParaRPr lang="en-US"/>
        </a:p>
      </dgm:t>
    </dgm:pt>
    <dgm:pt modelId="{F89CE10D-631A-4280-B9D3-1488A3A2974F}" type="pres">
      <dgm:prSet presAssocID="{53AAD66E-380D-4898-AC1C-47644A241338}" presName="linear" presStyleCnt="0">
        <dgm:presLayoutVars>
          <dgm:dir/>
          <dgm:animLvl val="lvl"/>
          <dgm:resizeHandles val="exact"/>
        </dgm:presLayoutVars>
      </dgm:prSet>
      <dgm:spPr/>
    </dgm:pt>
    <dgm:pt modelId="{27000A3E-C683-4DB3-ABC8-1C7456EF8A13}" type="pres">
      <dgm:prSet presAssocID="{12E21395-E966-496B-810D-E8248AB015D7}" presName="parentLin" presStyleCnt="0"/>
      <dgm:spPr/>
    </dgm:pt>
    <dgm:pt modelId="{EEBEDC7B-8554-4A40-BEC8-E5BABA82260C}" type="pres">
      <dgm:prSet presAssocID="{12E21395-E966-496B-810D-E8248AB015D7}" presName="parentLeftMargin" presStyleLbl="node1" presStyleIdx="0" presStyleCnt="4"/>
      <dgm:spPr/>
    </dgm:pt>
    <dgm:pt modelId="{D86F6DCE-1A31-43F9-9790-156641EE0770}" type="pres">
      <dgm:prSet presAssocID="{12E21395-E966-496B-810D-E8248AB015D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0913779-760B-4FD3-8E84-035EEA3BC588}" type="pres">
      <dgm:prSet presAssocID="{12E21395-E966-496B-810D-E8248AB015D7}" presName="negativeSpace" presStyleCnt="0"/>
      <dgm:spPr/>
    </dgm:pt>
    <dgm:pt modelId="{21907A0E-02F1-4A75-813A-51417DF46A4C}" type="pres">
      <dgm:prSet presAssocID="{12E21395-E966-496B-810D-E8248AB015D7}" presName="childText" presStyleLbl="conFgAcc1" presStyleIdx="0" presStyleCnt="4">
        <dgm:presLayoutVars>
          <dgm:bulletEnabled val="1"/>
        </dgm:presLayoutVars>
      </dgm:prSet>
      <dgm:spPr/>
    </dgm:pt>
    <dgm:pt modelId="{D8B00827-6BD9-48E3-87BF-573831328621}" type="pres">
      <dgm:prSet presAssocID="{AD127847-353F-405D-974F-933FC3BA196F}" presName="spaceBetweenRectangles" presStyleCnt="0"/>
      <dgm:spPr/>
    </dgm:pt>
    <dgm:pt modelId="{7E93D763-D68F-4B95-B235-50559432C1AB}" type="pres">
      <dgm:prSet presAssocID="{08BADA76-D402-4794-AE1D-D802454463CB}" presName="parentLin" presStyleCnt="0"/>
      <dgm:spPr/>
    </dgm:pt>
    <dgm:pt modelId="{08F202DD-44C9-4E28-A181-6D7B1A69F692}" type="pres">
      <dgm:prSet presAssocID="{08BADA76-D402-4794-AE1D-D802454463CB}" presName="parentLeftMargin" presStyleLbl="node1" presStyleIdx="0" presStyleCnt="4"/>
      <dgm:spPr/>
    </dgm:pt>
    <dgm:pt modelId="{9B9273A8-DF32-43C7-BB16-84D3D19B94F6}" type="pres">
      <dgm:prSet presAssocID="{08BADA76-D402-4794-AE1D-D802454463C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9C90C13-A013-4774-8A7A-69EBB8BE685B}" type="pres">
      <dgm:prSet presAssocID="{08BADA76-D402-4794-AE1D-D802454463CB}" presName="negativeSpace" presStyleCnt="0"/>
      <dgm:spPr/>
    </dgm:pt>
    <dgm:pt modelId="{725D8F53-3C15-4F08-AA17-A60E33979118}" type="pres">
      <dgm:prSet presAssocID="{08BADA76-D402-4794-AE1D-D802454463CB}" presName="childText" presStyleLbl="conFgAcc1" presStyleIdx="1" presStyleCnt="4">
        <dgm:presLayoutVars>
          <dgm:bulletEnabled val="1"/>
        </dgm:presLayoutVars>
      </dgm:prSet>
      <dgm:spPr/>
    </dgm:pt>
    <dgm:pt modelId="{5E90E7D1-39B5-4EB0-9F00-69EA3FF8F662}" type="pres">
      <dgm:prSet presAssocID="{2D125CF1-E058-4C68-9519-5C3BBC22D658}" presName="spaceBetweenRectangles" presStyleCnt="0"/>
      <dgm:spPr/>
    </dgm:pt>
    <dgm:pt modelId="{F02CD57C-1249-49F0-A54B-7870CE0DCBC9}" type="pres">
      <dgm:prSet presAssocID="{0064040B-335C-419C-9099-16CAAEE990E6}" presName="parentLin" presStyleCnt="0"/>
      <dgm:spPr/>
    </dgm:pt>
    <dgm:pt modelId="{B8BA2CF4-CFAF-4C96-A0CB-91A8A6090D9F}" type="pres">
      <dgm:prSet presAssocID="{0064040B-335C-419C-9099-16CAAEE990E6}" presName="parentLeftMargin" presStyleLbl="node1" presStyleIdx="1" presStyleCnt="4"/>
      <dgm:spPr/>
    </dgm:pt>
    <dgm:pt modelId="{5028B2A6-5ED5-424C-BCE5-BFBA63DEDFE2}" type="pres">
      <dgm:prSet presAssocID="{0064040B-335C-419C-9099-16CAAEE990E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D9050A8-5E0C-4968-A0E2-68F12EF1669F}" type="pres">
      <dgm:prSet presAssocID="{0064040B-335C-419C-9099-16CAAEE990E6}" presName="negativeSpace" presStyleCnt="0"/>
      <dgm:spPr/>
    </dgm:pt>
    <dgm:pt modelId="{5C020B98-912A-4825-A892-48039EF3D4A2}" type="pres">
      <dgm:prSet presAssocID="{0064040B-335C-419C-9099-16CAAEE990E6}" presName="childText" presStyleLbl="conFgAcc1" presStyleIdx="2" presStyleCnt="4">
        <dgm:presLayoutVars>
          <dgm:bulletEnabled val="1"/>
        </dgm:presLayoutVars>
      </dgm:prSet>
      <dgm:spPr/>
    </dgm:pt>
    <dgm:pt modelId="{1C4AB836-58F4-4A25-8D21-60FBA0F66014}" type="pres">
      <dgm:prSet presAssocID="{AD70E56B-BE3D-4CC5-9877-F1551B45F2E2}" presName="spaceBetweenRectangles" presStyleCnt="0"/>
      <dgm:spPr/>
    </dgm:pt>
    <dgm:pt modelId="{7BC02BD2-A586-4838-95CD-77C127D51BE3}" type="pres">
      <dgm:prSet presAssocID="{9A163248-C702-45E0-9B0E-5A3F202E5C68}" presName="parentLin" presStyleCnt="0"/>
      <dgm:spPr/>
    </dgm:pt>
    <dgm:pt modelId="{8B5FBDFB-D90F-4C15-A82C-818CCE26DCBD}" type="pres">
      <dgm:prSet presAssocID="{9A163248-C702-45E0-9B0E-5A3F202E5C68}" presName="parentLeftMargin" presStyleLbl="node1" presStyleIdx="2" presStyleCnt="4"/>
      <dgm:spPr/>
    </dgm:pt>
    <dgm:pt modelId="{ABAF03DD-1702-4C91-88E8-C4C77A3CDBDC}" type="pres">
      <dgm:prSet presAssocID="{9A163248-C702-45E0-9B0E-5A3F202E5C6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DF2B8C1-86A2-42B6-8CC4-14FED4C6C656}" type="pres">
      <dgm:prSet presAssocID="{9A163248-C702-45E0-9B0E-5A3F202E5C68}" presName="negativeSpace" presStyleCnt="0"/>
      <dgm:spPr/>
    </dgm:pt>
    <dgm:pt modelId="{CFC4DD5B-77ED-4AF2-B478-D901CB6A09D2}" type="pres">
      <dgm:prSet presAssocID="{9A163248-C702-45E0-9B0E-5A3F202E5C6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151950D-9861-41A9-83F8-90C936B0F056}" srcId="{08BADA76-D402-4794-AE1D-D802454463CB}" destId="{1D6B793B-13DA-411D-8425-B3D86F77A2E8}" srcOrd="0" destOrd="0" parTransId="{8F1467B9-B9E7-4CE2-922A-F7B13295D561}" sibTransId="{8C89DFA6-8733-4C1B-811B-1A6C5EA15FA5}"/>
    <dgm:cxn modelId="{D7A4A315-4A3A-43C9-B944-34D9916C12C8}" type="presOf" srcId="{BD030281-EB7F-4ED8-A129-B653361B8942}" destId="{21907A0E-02F1-4A75-813A-51417DF46A4C}" srcOrd="0" destOrd="0" presId="urn:microsoft.com/office/officeart/2005/8/layout/list1"/>
    <dgm:cxn modelId="{A405CB1B-98FA-4BC3-BF40-E61E028F0E2C}" srcId="{53AAD66E-380D-4898-AC1C-47644A241338}" destId="{9A163248-C702-45E0-9B0E-5A3F202E5C68}" srcOrd="3" destOrd="0" parTransId="{BA71996F-CBC8-4F3F-86C5-7520470F541D}" sibTransId="{70F9FF97-73C7-46DB-BBAD-C2C854A04B5B}"/>
    <dgm:cxn modelId="{684D5735-F94D-43BC-861E-55E4946306BA}" srcId="{9A163248-C702-45E0-9B0E-5A3F202E5C68}" destId="{48E97618-ABC9-4621-AF65-D63079B30848}" srcOrd="0" destOrd="0" parTransId="{0F9AC17B-C775-412A-906C-594BE058CE4A}" sibTransId="{DD747D2E-58C4-4F5E-B6F2-444312461B85}"/>
    <dgm:cxn modelId="{475A9637-6C67-496A-AB7C-7EB71FC81FA8}" srcId="{53AAD66E-380D-4898-AC1C-47644A241338}" destId="{08BADA76-D402-4794-AE1D-D802454463CB}" srcOrd="1" destOrd="0" parTransId="{C670C5A8-ECF0-485D-9710-2BE1EEF2A9B0}" sibTransId="{2D125CF1-E058-4C68-9519-5C3BBC22D658}"/>
    <dgm:cxn modelId="{8C3C013C-C96A-4A0C-A34E-436E70FD0826}" type="presOf" srcId="{E949B948-8EE5-4C86-9656-601E5F254E1C}" destId="{5C020B98-912A-4825-A892-48039EF3D4A2}" srcOrd="0" destOrd="0" presId="urn:microsoft.com/office/officeart/2005/8/layout/list1"/>
    <dgm:cxn modelId="{F9D4FB3C-9414-45A7-9930-DD98D69FBA42}" type="presOf" srcId="{0064040B-335C-419C-9099-16CAAEE990E6}" destId="{5028B2A6-5ED5-424C-BCE5-BFBA63DEDFE2}" srcOrd="1" destOrd="0" presId="urn:microsoft.com/office/officeart/2005/8/layout/list1"/>
    <dgm:cxn modelId="{4F912861-BD3C-48B0-A004-0BC7C2DDEE23}" type="presOf" srcId="{08BADA76-D402-4794-AE1D-D802454463CB}" destId="{08F202DD-44C9-4E28-A181-6D7B1A69F692}" srcOrd="0" destOrd="0" presId="urn:microsoft.com/office/officeart/2005/8/layout/list1"/>
    <dgm:cxn modelId="{2E3D8049-F237-4170-8D34-E65FF3426C0E}" srcId="{0064040B-335C-419C-9099-16CAAEE990E6}" destId="{E949B948-8EE5-4C86-9656-601E5F254E1C}" srcOrd="0" destOrd="0" parTransId="{2514F943-7217-4362-AC18-1F61A63A2995}" sibTransId="{C282123A-6AE9-49C3-A884-E1D5DED87B47}"/>
    <dgm:cxn modelId="{B87D9D4D-AC51-4CD9-A9F2-CF1A351AF00B}" srcId="{53AAD66E-380D-4898-AC1C-47644A241338}" destId="{12E21395-E966-496B-810D-E8248AB015D7}" srcOrd="0" destOrd="0" parTransId="{41ABA38D-0057-47CF-82E6-89112600F18F}" sibTransId="{AD127847-353F-405D-974F-933FC3BA196F}"/>
    <dgm:cxn modelId="{C1C3EE70-DB6A-43BA-AF3B-566074E4CF95}" type="presOf" srcId="{12E21395-E966-496B-810D-E8248AB015D7}" destId="{EEBEDC7B-8554-4A40-BEC8-E5BABA82260C}" srcOrd="0" destOrd="0" presId="urn:microsoft.com/office/officeart/2005/8/layout/list1"/>
    <dgm:cxn modelId="{4846D27E-E6FC-4C69-B2B0-D692F7FD73C1}" type="presOf" srcId="{53AAD66E-380D-4898-AC1C-47644A241338}" destId="{F89CE10D-631A-4280-B9D3-1488A3A2974F}" srcOrd="0" destOrd="0" presId="urn:microsoft.com/office/officeart/2005/8/layout/list1"/>
    <dgm:cxn modelId="{EABD3B8A-32EF-4E0E-8A0A-B874E39141C3}" type="presOf" srcId="{0064040B-335C-419C-9099-16CAAEE990E6}" destId="{B8BA2CF4-CFAF-4C96-A0CB-91A8A6090D9F}" srcOrd="0" destOrd="0" presId="urn:microsoft.com/office/officeart/2005/8/layout/list1"/>
    <dgm:cxn modelId="{54834792-DF8B-443C-B5BE-BFBB86C365DB}" type="presOf" srcId="{9A163248-C702-45E0-9B0E-5A3F202E5C68}" destId="{8B5FBDFB-D90F-4C15-A82C-818CCE26DCBD}" srcOrd="0" destOrd="0" presId="urn:microsoft.com/office/officeart/2005/8/layout/list1"/>
    <dgm:cxn modelId="{15922CB0-75F8-46BA-98AE-6F152D6237F4}" type="presOf" srcId="{12E21395-E966-496B-810D-E8248AB015D7}" destId="{D86F6DCE-1A31-43F9-9790-156641EE0770}" srcOrd="1" destOrd="0" presId="urn:microsoft.com/office/officeart/2005/8/layout/list1"/>
    <dgm:cxn modelId="{69881FD1-880B-41A6-895D-07E9DB7B5934}" type="presOf" srcId="{1D6B793B-13DA-411D-8425-B3D86F77A2E8}" destId="{725D8F53-3C15-4F08-AA17-A60E33979118}" srcOrd="0" destOrd="0" presId="urn:microsoft.com/office/officeart/2005/8/layout/list1"/>
    <dgm:cxn modelId="{A22010E1-BC97-4764-BC7C-515E340083FA}" type="presOf" srcId="{9A163248-C702-45E0-9B0E-5A3F202E5C68}" destId="{ABAF03DD-1702-4C91-88E8-C4C77A3CDBDC}" srcOrd="1" destOrd="0" presId="urn:microsoft.com/office/officeart/2005/8/layout/list1"/>
    <dgm:cxn modelId="{6DAD40E5-A1DF-45AB-91BB-CDA51381950D}" type="presOf" srcId="{48E97618-ABC9-4621-AF65-D63079B30848}" destId="{CFC4DD5B-77ED-4AF2-B478-D901CB6A09D2}" srcOrd="0" destOrd="0" presId="urn:microsoft.com/office/officeart/2005/8/layout/list1"/>
    <dgm:cxn modelId="{E36AFDE5-17FC-436A-B59A-C543808A7A02}" srcId="{12E21395-E966-496B-810D-E8248AB015D7}" destId="{BD030281-EB7F-4ED8-A129-B653361B8942}" srcOrd="0" destOrd="0" parTransId="{EC697CD0-2886-476C-BE69-F9A1995FFC1A}" sibTransId="{92D53BF8-DA39-46EC-A528-2DE387976629}"/>
    <dgm:cxn modelId="{590C2AF9-1EEA-41C4-85F4-DA89AAB66C24}" srcId="{53AAD66E-380D-4898-AC1C-47644A241338}" destId="{0064040B-335C-419C-9099-16CAAEE990E6}" srcOrd="2" destOrd="0" parTransId="{8E7F5D34-27AE-40AD-A2C6-1B9E55FFD414}" sibTransId="{AD70E56B-BE3D-4CC5-9877-F1551B45F2E2}"/>
    <dgm:cxn modelId="{4F012AFA-5AF6-44E2-81E4-CB6CC3006C23}" type="presOf" srcId="{08BADA76-D402-4794-AE1D-D802454463CB}" destId="{9B9273A8-DF32-43C7-BB16-84D3D19B94F6}" srcOrd="1" destOrd="0" presId="urn:microsoft.com/office/officeart/2005/8/layout/list1"/>
    <dgm:cxn modelId="{8CC1396A-3F0D-41D9-9965-8A8FE5B1DF17}" type="presParOf" srcId="{F89CE10D-631A-4280-B9D3-1488A3A2974F}" destId="{27000A3E-C683-4DB3-ABC8-1C7456EF8A13}" srcOrd="0" destOrd="0" presId="urn:microsoft.com/office/officeart/2005/8/layout/list1"/>
    <dgm:cxn modelId="{83B136FD-B1FF-4E86-9F8E-4740A3856B64}" type="presParOf" srcId="{27000A3E-C683-4DB3-ABC8-1C7456EF8A13}" destId="{EEBEDC7B-8554-4A40-BEC8-E5BABA82260C}" srcOrd="0" destOrd="0" presId="urn:microsoft.com/office/officeart/2005/8/layout/list1"/>
    <dgm:cxn modelId="{D478C216-CCB7-4560-8877-152ADB2E619C}" type="presParOf" srcId="{27000A3E-C683-4DB3-ABC8-1C7456EF8A13}" destId="{D86F6DCE-1A31-43F9-9790-156641EE0770}" srcOrd="1" destOrd="0" presId="urn:microsoft.com/office/officeart/2005/8/layout/list1"/>
    <dgm:cxn modelId="{BBEA9748-8FA8-46AF-A501-716AD5325926}" type="presParOf" srcId="{F89CE10D-631A-4280-B9D3-1488A3A2974F}" destId="{F0913779-760B-4FD3-8E84-035EEA3BC588}" srcOrd="1" destOrd="0" presId="urn:microsoft.com/office/officeart/2005/8/layout/list1"/>
    <dgm:cxn modelId="{D38F2B2D-39F2-4792-9BF7-935FFFFBE808}" type="presParOf" srcId="{F89CE10D-631A-4280-B9D3-1488A3A2974F}" destId="{21907A0E-02F1-4A75-813A-51417DF46A4C}" srcOrd="2" destOrd="0" presId="urn:microsoft.com/office/officeart/2005/8/layout/list1"/>
    <dgm:cxn modelId="{F8A0A58A-27FF-4A8F-A09A-3A3FD2CB65E3}" type="presParOf" srcId="{F89CE10D-631A-4280-B9D3-1488A3A2974F}" destId="{D8B00827-6BD9-48E3-87BF-573831328621}" srcOrd="3" destOrd="0" presId="urn:microsoft.com/office/officeart/2005/8/layout/list1"/>
    <dgm:cxn modelId="{7BC025D3-0F91-4BD7-AFCA-504390C20AE3}" type="presParOf" srcId="{F89CE10D-631A-4280-B9D3-1488A3A2974F}" destId="{7E93D763-D68F-4B95-B235-50559432C1AB}" srcOrd="4" destOrd="0" presId="urn:microsoft.com/office/officeart/2005/8/layout/list1"/>
    <dgm:cxn modelId="{7E2C3E85-5AB3-45F9-885E-A1DEC380B388}" type="presParOf" srcId="{7E93D763-D68F-4B95-B235-50559432C1AB}" destId="{08F202DD-44C9-4E28-A181-6D7B1A69F692}" srcOrd="0" destOrd="0" presId="urn:microsoft.com/office/officeart/2005/8/layout/list1"/>
    <dgm:cxn modelId="{C45146A6-FFCB-4BEE-BEB7-E02412761991}" type="presParOf" srcId="{7E93D763-D68F-4B95-B235-50559432C1AB}" destId="{9B9273A8-DF32-43C7-BB16-84D3D19B94F6}" srcOrd="1" destOrd="0" presId="urn:microsoft.com/office/officeart/2005/8/layout/list1"/>
    <dgm:cxn modelId="{F222E849-572A-450A-9114-1C42CD70DECD}" type="presParOf" srcId="{F89CE10D-631A-4280-B9D3-1488A3A2974F}" destId="{79C90C13-A013-4774-8A7A-69EBB8BE685B}" srcOrd="5" destOrd="0" presId="urn:microsoft.com/office/officeart/2005/8/layout/list1"/>
    <dgm:cxn modelId="{3E1D5C3E-2077-42DF-9254-ADEB958F87F9}" type="presParOf" srcId="{F89CE10D-631A-4280-B9D3-1488A3A2974F}" destId="{725D8F53-3C15-4F08-AA17-A60E33979118}" srcOrd="6" destOrd="0" presId="urn:microsoft.com/office/officeart/2005/8/layout/list1"/>
    <dgm:cxn modelId="{7FBEDE8B-6A79-41E7-8261-C1F566F3C234}" type="presParOf" srcId="{F89CE10D-631A-4280-B9D3-1488A3A2974F}" destId="{5E90E7D1-39B5-4EB0-9F00-69EA3FF8F662}" srcOrd="7" destOrd="0" presId="urn:microsoft.com/office/officeart/2005/8/layout/list1"/>
    <dgm:cxn modelId="{38F8CC59-DA9B-46C8-9AE9-9FBD430C7945}" type="presParOf" srcId="{F89CE10D-631A-4280-B9D3-1488A3A2974F}" destId="{F02CD57C-1249-49F0-A54B-7870CE0DCBC9}" srcOrd="8" destOrd="0" presId="urn:microsoft.com/office/officeart/2005/8/layout/list1"/>
    <dgm:cxn modelId="{20FBD015-195A-4D0F-A403-E71594163EF5}" type="presParOf" srcId="{F02CD57C-1249-49F0-A54B-7870CE0DCBC9}" destId="{B8BA2CF4-CFAF-4C96-A0CB-91A8A6090D9F}" srcOrd="0" destOrd="0" presId="urn:microsoft.com/office/officeart/2005/8/layout/list1"/>
    <dgm:cxn modelId="{E3A3A3DA-9FBF-45EB-A2A1-53D2FC47A13E}" type="presParOf" srcId="{F02CD57C-1249-49F0-A54B-7870CE0DCBC9}" destId="{5028B2A6-5ED5-424C-BCE5-BFBA63DEDFE2}" srcOrd="1" destOrd="0" presId="urn:microsoft.com/office/officeart/2005/8/layout/list1"/>
    <dgm:cxn modelId="{4A2F5ACA-1E35-408F-A411-71307CDAC0AE}" type="presParOf" srcId="{F89CE10D-631A-4280-B9D3-1488A3A2974F}" destId="{0D9050A8-5E0C-4968-A0E2-68F12EF1669F}" srcOrd="9" destOrd="0" presId="urn:microsoft.com/office/officeart/2005/8/layout/list1"/>
    <dgm:cxn modelId="{07C60106-A86A-4D6A-A678-BB56BCD2C3FF}" type="presParOf" srcId="{F89CE10D-631A-4280-B9D3-1488A3A2974F}" destId="{5C020B98-912A-4825-A892-48039EF3D4A2}" srcOrd="10" destOrd="0" presId="urn:microsoft.com/office/officeart/2005/8/layout/list1"/>
    <dgm:cxn modelId="{0BA3446E-38A3-4E4A-BDD2-A7A482BB016D}" type="presParOf" srcId="{F89CE10D-631A-4280-B9D3-1488A3A2974F}" destId="{1C4AB836-58F4-4A25-8D21-60FBA0F66014}" srcOrd="11" destOrd="0" presId="urn:microsoft.com/office/officeart/2005/8/layout/list1"/>
    <dgm:cxn modelId="{4A642ECF-FE57-45B6-BC15-AE4EAEAB0C23}" type="presParOf" srcId="{F89CE10D-631A-4280-B9D3-1488A3A2974F}" destId="{7BC02BD2-A586-4838-95CD-77C127D51BE3}" srcOrd="12" destOrd="0" presId="urn:microsoft.com/office/officeart/2005/8/layout/list1"/>
    <dgm:cxn modelId="{7C1F59C1-E05D-4849-8C05-F5856EB84CEF}" type="presParOf" srcId="{7BC02BD2-A586-4838-95CD-77C127D51BE3}" destId="{8B5FBDFB-D90F-4C15-A82C-818CCE26DCBD}" srcOrd="0" destOrd="0" presId="urn:microsoft.com/office/officeart/2005/8/layout/list1"/>
    <dgm:cxn modelId="{2B363C5B-B0CD-4434-BE8C-2418F71030FE}" type="presParOf" srcId="{7BC02BD2-A586-4838-95CD-77C127D51BE3}" destId="{ABAF03DD-1702-4C91-88E8-C4C77A3CDBDC}" srcOrd="1" destOrd="0" presId="urn:microsoft.com/office/officeart/2005/8/layout/list1"/>
    <dgm:cxn modelId="{F13DD7B7-A095-48A4-B99F-0B931F0391AF}" type="presParOf" srcId="{F89CE10D-631A-4280-B9D3-1488A3A2974F}" destId="{2DF2B8C1-86A2-42B6-8CC4-14FED4C6C656}" srcOrd="13" destOrd="0" presId="urn:microsoft.com/office/officeart/2005/8/layout/list1"/>
    <dgm:cxn modelId="{D739A38F-A522-45B5-A685-2C75BB1BECE0}" type="presParOf" srcId="{F89CE10D-631A-4280-B9D3-1488A3A2974F}" destId="{CFC4DD5B-77ED-4AF2-B478-D901CB6A09D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20CED8B-EC32-4242-AA90-F90710A2B27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1054635-E97C-402A-9A95-36B4F95FEFB3}">
      <dgm:prSet/>
      <dgm:spPr/>
      <dgm:t>
        <a:bodyPr/>
        <a:lstStyle/>
        <a:p>
          <a:r>
            <a:rPr lang="en-US" dirty="0"/>
            <a:t>Notebook S1 (</a:t>
          </a:r>
          <a:r>
            <a:rPr lang="en-US" dirty="0" err="1"/>
            <a:t>logique</a:t>
          </a:r>
          <a:r>
            <a:rPr lang="en-US" dirty="0"/>
            <a:t>, tables, </a:t>
          </a:r>
          <a:r>
            <a:rPr lang="en-US" dirty="0" err="1"/>
            <a:t>équivalences</a:t>
          </a:r>
          <a:r>
            <a:rPr lang="en-US" dirty="0"/>
            <a:t>)</a:t>
          </a:r>
        </a:p>
      </dgm:t>
    </dgm:pt>
    <dgm:pt modelId="{9CA5C6F1-9C99-42F5-923C-BB90B8081C8E}" type="parTrans" cxnId="{BEE48491-5DB0-470C-8C2F-6B245835F878}">
      <dgm:prSet/>
      <dgm:spPr/>
      <dgm:t>
        <a:bodyPr/>
        <a:lstStyle/>
        <a:p>
          <a:endParaRPr lang="en-US"/>
        </a:p>
      </dgm:t>
    </dgm:pt>
    <dgm:pt modelId="{1A57261A-9DA9-43E1-A3EB-A4A116DDD809}" type="sibTrans" cxnId="{BEE48491-5DB0-470C-8C2F-6B245835F878}">
      <dgm:prSet/>
      <dgm:spPr/>
      <dgm:t>
        <a:bodyPr/>
        <a:lstStyle/>
        <a:p>
          <a:endParaRPr lang="en-US"/>
        </a:p>
      </dgm:t>
    </dgm:pt>
    <dgm:pt modelId="{F8D757AE-5207-4487-889B-5D8E18FA7428}">
      <dgm:prSet/>
      <dgm:spPr/>
      <dgm:t>
        <a:bodyPr/>
        <a:lstStyle/>
        <a:p>
          <a:r>
            <a:rPr lang="en-US"/>
            <a:t>Formulaire d’introduction (PDF/HTML) pour mieux vous connaître</a:t>
          </a:r>
        </a:p>
      </dgm:t>
    </dgm:pt>
    <dgm:pt modelId="{29953DF5-F633-4E03-AE5D-DD0401070277}" type="parTrans" cxnId="{374A087D-BA79-482B-8447-13E812AB9653}">
      <dgm:prSet/>
      <dgm:spPr/>
      <dgm:t>
        <a:bodyPr/>
        <a:lstStyle/>
        <a:p>
          <a:endParaRPr lang="en-US"/>
        </a:p>
      </dgm:t>
    </dgm:pt>
    <dgm:pt modelId="{DAA23AA6-6015-4B67-B75F-1F91961D40C8}" type="sibTrans" cxnId="{374A087D-BA79-482B-8447-13E812AB9653}">
      <dgm:prSet/>
      <dgm:spPr/>
      <dgm:t>
        <a:bodyPr/>
        <a:lstStyle/>
        <a:p>
          <a:endParaRPr lang="en-US"/>
        </a:p>
      </dgm:t>
    </dgm:pt>
    <dgm:pt modelId="{6E31F318-4DDF-485F-BA35-E8276C457CC6}">
      <dgm:prSet/>
      <dgm:spPr/>
      <dgm:t>
        <a:bodyPr/>
        <a:lstStyle/>
        <a:p>
          <a:r>
            <a:rPr lang="en-US" dirty="0" err="1"/>
            <a:t>Bibliographie</a:t>
          </a:r>
          <a:r>
            <a:rPr lang="en-US" dirty="0"/>
            <a:t> (DOCX/PDF/HTML)</a:t>
          </a:r>
        </a:p>
      </dgm:t>
    </dgm:pt>
    <dgm:pt modelId="{736F7CF9-4500-4C3F-8F23-D89847C200B3}" type="parTrans" cxnId="{C9806349-CA34-4675-9948-7E48D1FF9607}">
      <dgm:prSet/>
      <dgm:spPr/>
      <dgm:t>
        <a:bodyPr/>
        <a:lstStyle/>
        <a:p>
          <a:endParaRPr lang="en-US"/>
        </a:p>
      </dgm:t>
    </dgm:pt>
    <dgm:pt modelId="{E676D2F1-6F16-4832-B864-6A1110881F3B}" type="sibTrans" cxnId="{C9806349-CA34-4675-9948-7E48D1FF9607}">
      <dgm:prSet/>
      <dgm:spPr/>
      <dgm:t>
        <a:bodyPr/>
        <a:lstStyle/>
        <a:p>
          <a:endParaRPr lang="en-US"/>
        </a:p>
      </dgm:t>
    </dgm:pt>
    <dgm:pt modelId="{B9D34960-25CE-4B88-889E-F3FA5CB47724}">
      <dgm:prSet/>
      <dgm:spPr/>
      <dgm:t>
        <a:bodyPr/>
        <a:lstStyle/>
        <a:p>
          <a:r>
            <a:rPr lang="en-US" dirty="0" err="1"/>
            <a:t>Jupyter</a:t>
          </a:r>
          <a:r>
            <a:rPr lang="en-US" dirty="0"/>
            <a:t>/</a:t>
          </a:r>
          <a:r>
            <a:rPr lang="en-US" dirty="0" err="1"/>
            <a:t>Colab</a:t>
          </a:r>
          <a:endParaRPr lang="en-US" dirty="0"/>
        </a:p>
      </dgm:t>
    </dgm:pt>
    <dgm:pt modelId="{8C54CAB7-586D-44ED-9F3E-B7CD4104FD83}" type="parTrans" cxnId="{80AE9674-02FE-4F81-A485-7E74FCF3DA45}">
      <dgm:prSet/>
      <dgm:spPr/>
      <dgm:t>
        <a:bodyPr/>
        <a:lstStyle/>
        <a:p>
          <a:endParaRPr lang="en-US"/>
        </a:p>
      </dgm:t>
    </dgm:pt>
    <dgm:pt modelId="{3C217A84-594C-4B19-906A-AFA43E2129AF}" type="sibTrans" cxnId="{80AE9674-02FE-4F81-A485-7E74FCF3DA45}">
      <dgm:prSet/>
      <dgm:spPr/>
      <dgm:t>
        <a:bodyPr/>
        <a:lstStyle/>
        <a:p>
          <a:endParaRPr lang="en-US"/>
        </a:p>
      </dgm:t>
    </dgm:pt>
    <dgm:pt modelId="{E7FB1C99-DB8A-4432-8F70-D59D47846589}" type="pres">
      <dgm:prSet presAssocID="{820CED8B-EC32-4242-AA90-F90710A2B277}" presName="linear" presStyleCnt="0">
        <dgm:presLayoutVars>
          <dgm:animLvl val="lvl"/>
          <dgm:resizeHandles val="exact"/>
        </dgm:presLayoutVars>
      </dgm:prSet>
      <dgm:spPr/>
    </dgm:pt>
    <dgm:pt modelId="{27FE85E5-ECBF-49C2-ADFA-14A2DA0A7007}" type="pres">
      <dgm:prSet presAssocID="{C1054635-E97C-402A-9A95-36B4F95FEFB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B532212-7D85-4E3D-94DB-A9F8A0F31636}" type="pres">
      <dgm:prSet presAssocID="{1A57261A-9DA9-43E1-A3EB-A4A116DDD809}" presName="spacer" presStyleCnt="0"/>
      <dgm:spPr/>
    </dgm:pt>
    <dgm:pt modelId="{1AC5978F-DCC6-4C23-9377-1D35A5DD6FAF}" type="pres">
      <dgm:prSet presAssocID="{F8D757AE-5207-4487-889B-5D8E18FA742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669787E-8292-4F68-B229-6F46B380A85B}" type="pres">
      <dgm:prSet presAssocID="{DAA23AA6-6015-4B67-B75F-1F91961D40C8}" presName="spacer" presStyleCnt="0"/>
      <dgm:spPr/>
    </dgm:pt>
    <dgm:pt modelId="{F4CB3895-5FED-456C-B762-E2F56670F7B6}" type="pres">
      <dgm:prSet presAssocID="{6E31F318-4DDF-485F-BA35-E8276C457CC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1FE0D6A-223B-46E7-B7EC-46A06576CB17}" type="pres">
      <dgm:prSet presAssocID="{E676D2F1-6F16-4832-B864-6A1110881F3B}" presName="spacer" presStyleCnt="0"/>
      <dgm:spPr/>
    </dgm:pt>
    <dgm:pt modelId="{BCF8AA7C-D56D-4B6F-9AC7-FA66D7BF00F8}" type="pres">
      <dgm:prSet presAssocID="{B9D34960-25CE-4B88-889E-F3FA5CB4772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4D7DF19-0DD0-4FF0-8BD0-A7BE9AC8D43C}" type="presOf" srcId="{B9D34960-25CE-4B88-889E-F3FA5CB47724}" destId="{BCF8AA7C-D56D-4B6F-9AC7-FA66D7BF00F8}" srcOrd="0" destOrd="0" presId="urn:microsoft.com/office/officeart/2005/8/layout/vList2"/>
    <dgm:cxn modelId="{C9806349-CA34-4675-9948-7E48D1FF9607}" srcId="{820CED8B-EC32-4242-AA90-F90710A2B277}" destId="{6E31F318-4DDF-485F-BA35-E8276C457CC6}" srcOrd="2" destOrd="0" parTransId="{736F7CF9-4500-4C3F-8F23-D89847C200B3}" sibTransId="{E676D2F1-6F16-4832-B864-6A1110881F3B}"/>
    <dgm:cxn modelId="{80AE9674-02FE-4F81-A485-7E74FCF3DA45}" srcId="{820CED8B-EC32-4242-AA90-F90710A2B277}" destId="{B9D34960-25CE-4B88-889E-F3FA5CB47724}" srcOrd="3" destOrd="0" parTransId="{8C54CAB7-586D-44ED-9F3E-B7CD4104FD83}" sibTransId="{3C217A84-594C-4B19-906A-AFA43E2129AF}"/>
    <dgm:cxn modelId="{374A087D-BA79-482B-8447-13E812AB9653}" srcId="{820CED8B-EC32-4242-AA90-F90710A2B277}" destId="{F8D757AE-5207-4487-889B-5D8E18FA7428}" srcOrd="1" destOrd="0" parTransId="{29953DF5-F633-4E03-AE5D-DD0401070277}" sibTransId="{DAA23AA6-6015-4B67-B75F-1F91961D40C8}"/>
    <dgm:cxn modelId="{D2202B8F-7E08-4ED6-99B3-04CAD0F5403C}" type="presOf" srcId="{820CED8B-EC32-4242-AA90-F90710A2B277}" destId="{E7FB1C99-DB8A-4432-8F70-D59D47846589}" srcOrd="0" destOrd="0" presId="urn:microsoft.com/office/officeart/2005/8/layout/vList2"/>
    <dgm:cxn modelId="{BEE48491-5DB0-470C-8C2F-6B245835F878}" srcId="{820CED8B-EC32-4242-AA90-F90710A2B277}" destId="{C1054635-E97C-402A-9A95-36B4F95FEFB3}" srcOrd="0" destOrd="0" parTransId="{9CA5C6F1-9C99-42F5-923C-BB90B8081C8E}" sibTransId="{1A57261A-9DA9-43E1-A3EB-A4A116DDD809}"/>
    <dgm:cxn modelId="{0568ACAB-493B-4459-A37D-47D89E823588}" type="presOf" srcId="{F8D757AE-5207-4487-889B-5D8E18FA7428}" destId="{1AC5978F-DCC6-4C23-9377-1D35A5DD6FAF}" srcOrd="0" destOrd="0" presId="urn:microsoft.com/office/officeart/2005/8/layout/vList2"/>
    <dgm:cxn modelId="{CD0990E7-D18B-4E7B-99EA-A68B94287439}" type="presOf" srcId="{6E31F318-4DDF-485F-BA35-E8276C457CC6}" destId="{F4CB3895-5FED-456C-B762-E2F56670F7B6}" srcOrd="0" destOrd="0" presId="urn:microsoft.com/office/officeart/2005/8/layout/vList2"/>
    <dgm:cxn modelId="{1022C4EE-FFCC-4BA3-8C72-1E01CB77BE92}" type="presOf" srcId="{C1054635-E97C-402A-9A95-36B4F95FEFB3}" destId="{27FE85E5-ECBF-49C2-ADFA-14A2DA0A7007}" srcOrd="0" destOrd="0" presId="urn:microsoft.com/office/officeart/2005/8/layout/vList2"/>
    <dgm:cxn modelId="{6331E26F-5CA5-4E17-8B16-D0C3BAD1B096}" type="presParOf" srcId="{E7FB1C99-DB8A-4432-8F70-D59D47846589}" destId="{27FE85E5-ECBF-49C2-ADFA-14A2DA0A7007}" srcOrd="0" destOrd="0" presId="urn:microsoft.com/office/officeart/2005/8/layout/vList2"/>
    <dgm:cxn modelId="{1D0D6FCF-79E1-484F-95C1-A13AD49637AA}" type="presParOf" srcId="{E7FB1C99-DB8A-4432-8F70-D59D47846589}" destId="{2B532212-7D85-4E3D-94DB-A9F8A0F31636}" srcOrd="1" destOrd="0" presId="urn:microsoft.com/office/officeart/2005/8/layout/vList2"/>
    <dgm:cxn modelId="{AC9BBB90-5DC8-4F8B-907B-59757F3F0E8F}" type="presParOf" srcId="{E7FB1C99-DB8A-4432-8F70-D59D47846589}" destId="{1AC5978F-DCC6-4C23-9377-1D35A5DD6FAF}" srcOrd="2" destOrd="0" presId="urn:microsoft.com/office/officeart/2005/8/layout/vList2"/>
    <dgm:cxn modelId="{264C4913-A835-4922-B354-0D2C083FC62C}" type="presParOf" srcId="{E7FB1C99-DB8A-4432-8F70-D59D47846589}" destId="{0669787E-8292-4F68-B229-6F46B380A85B}" srcOrd="3" destOrd="0" presId="urn:microsoft.com/office/officeart/2005/8/layout/vList2"/>
    <dgm:cxn modelId="{FFC1AA30-8AD5-40F7-B46F-54711F890D85}" type="presParOf" srcId="{E7FB1C99-DB8A-4432-8F70-D59D47846589}" destId="{F4CB3895-5FED-456C-B762-E2F56670F7B6}" srcOrd="4" destOrd="0" presId="urn:microsoft.com/office/officeart/2005/8/layout/vList2"/>
    <dgm:cxn modelId="{87965D2B-63BE-4D8A-BF42-B0D58F77B92F}" type="presParOf" srcId="{E7FB1C99-DB8A-4432-8F70-D59D47846589}" destId="{E1FE0D6A-223B-46E7-B7EC-46A06576CB17}" srcOrd="5" destOrd="0" presId="urn:microsoft.com/office/officeart/2005/8/layout/vList2"/>
    <dgm:cxn modelId="{E3FA6F43-72EB-4218-80D0-484CEBB26BFB}" type="presParOf" srcId="{E7FB1C99-DB8A-4432-8F70-D59D47846589}" destId="{BCF8AA7C-D56D-4B6F-9AC7-FA66D7BF00F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8BE7E3A-3929-400D-A71B-A78EB271454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A535312-90F7-4FE4-A7D2-3EE6676FDAA5}">
      <dgm:prSet/>
      <dgm:spPr/>
      <dgm:t>
        <a:bodyPr/>
        <a:lstStyle/>
        <a:p>
          <a:r>
            <a:rPr lang="en-US" dirty="0"/>
            <a:t>Participation dans le </a:t>
          </a:r>
          <a:r>
            <a:rPr lang="en-US" dirty="0" err="1"/>
            <a:t>cours</a:t>
          </a:r>
          <a:r>
            <a:rPr lang="en-US" dirty="0"/>
            <a:t>: (10%)</a:t>
          </a:r>
        </a:p>
      </dgm:t>
    </dgm:pt>
    <dgm:pt modelId="{F26E466E-2DB6-4364-9A49-D89504262956}" type="parTrans" cxnId="{98E76589-E5B0-4314-90D6-8F44E221C902}">
      <dgm:prSet/>
      <dgm:spPr/>
      <dgm:t>
        <a:bodyPr/>
        <a:lstStyle/>
        <a:p>
          <a:endParaRPr lang="en-US"/>
        </a:p>
      </dgm:t>
    </dgm:pt>
    <dgm:pt modelId="{3FBAB02D-E203-4077-89B9-6419493AB796}" type="sibTrans" cxnId="{98E76589-E5B0-4314-90D6-8F44E221C902}">
      <dgm:prSet/>
      <dgm:spPr/>
      <dgm:t>
        <a:bodyPr/>
        <a:lstStyle/>
        <a:p>
          <a:endParaRPr lang="en-US"/>
        </a:p>
      </dgm:t>
    </dgm:pt>
    <dgm:pt modelId="{91BBB9A7-3720-4C0F-8E6E-7C8834FE7ED0}">
      <dgm:prSet/>
      <dgm:spPr/>
      <dgm:t>
        <a:bodyPr/>
        <a:lstStyle/>
        <a:p>
          <a:r>
            <a:rPr lang="en-US" dirty="0" err="1"/>
            <a:t>Épreuve</a:t>
          </a:r>
          <a:r>
            <a:rPr lang="en-US" dirty="0"/>
            <a:t> finale: 50%</a:t>
          </a:r>
        </a:p>
      </dgm:t>
    </dgm:pt>
    <dgm:pt modelId="{03531D54-B66B-4C21-ADFE-5C7259F78481}" type="parTrans" cxnId="{FA62A29A-9D73-469D-946B-38F6C7C445AB}">
      <dgm:prSet/>
      <dgm:spPr/>
      <dgm:t>
        <a:bodyPr/>
        <a:lstStyle/>
        <a:p>
          <a:endParaRPr lang="en-US"/>
        </a:p>
      </dgm:t>
    </dgm:pt>
    <dgm:pt modelId="{8FE77FA6-E019-4054-A1F1-88111E52E603}" type="sibTrans" cxnId="{FA62A29A-9D73-469D-946B-38F6C7C445AB}">
      <dgm:prSet/>
      <dgm:spPr/>
      <dgm:t>
        <a:bodyPr/>
        <a:lstStyle/>
        <a:p>
          <a:endParaRPr lang="en-US"/>
        </a:p>
      </dgm:t>
    </dgm:pt>
    <dgm:pt modelId="{670B9DE2-90CB-4CBB-A8BD-44919F25CB61}">
      <dgm:prSet/>
      <dgm:spPr/>
      <dgm:t>
        <a:bodyPr/>
        <a:lstStyle/>
        <a:p>
          <a:r>
            <a:rPr lang="en-US" dirty="0" err="1"/>
            <a:t>Projet</a:t>
          </a:r>
          <a:r>
            <a:rPr lang="en-US" dirty="0"/>
            <a:t> “Python </a:t>
          </a:r>
          <a:r>
            <a:rPr lang="en-US" dirty="0" err="1"/>
            <a:t>discret</a:t>
          </a:r>
          <a:r>
            <a:rPr lang="en-US" dirty="0"/>
            <a:t>”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binôme</a:t>
          </a:r>
          <a:r>
            <a:rPr lang="en-US" dirty="0"/>
            <a:t> (2 × 10%) = 20%</a:t>
          </a:r>
        </a:p>
      </dgm:t>
    </dgm:pt>
    <dgm:pt modelId="{06CA2BE3-E9A4-4FDD-93EB-5BDB28DF56B1}" type="parTrans" cxnId="{9DFCCBA9-3B47-4999-97F1-44C19291F0EF}">
      <dgm:prSet/>
      <dgm:spPr/>
      <dgm:t>
        <a:bodyPr/>
        <a:lstStyle/>
        <a:p>
          <a:endParaRPr lang="fr-029"/>
        </a:p>
      </dgm:t>
    </dgm:pt>
    <dgm:pt modelId="{9B1A390D-62B1-46CB-A4C9-CF6C24166DA8}" type="sibTrans" cxnId="{9DFCCBA9-3B47-4999-97F1-44C19291F0EF}">
      <dgm:prSet/>
      <dgm:spPr/>
      <dgm:t>
        <a:bodyPr/>
        <a:lstStyle/>
        <a:p>
          <a:endParaRPr lang="fr-029"/>
        </a:p>
      </dgm:t>
    </dgm:pt>
    <dgm:pt modelId="{620E92D1-6F88-41F4-8083-13F931B83648}">
      <dgm:prSet/>
      <dgm:spPr/>
      <dgm:t>
        <a:bodyPr/>
        <a:lstStyle/>
        <a:p>
          <a:r>
            <a:rPr lang="en-US"/>
            <a:t>Descriptifs précis fournis avant chaque évaluation</a:t>
          </a:r>
          <a:endParaRPr lang="en-US" dirty="0"/>
        </a:p>
      </dgm:t>
    </dgm:pt>
    <dgm:pt modelId="{AE8AD7FD-29D3-4D1D-8526-9E19A5335C72}" type="parTrans" cxnId="{D7496EEE-ADFB-4F2B-91CB-3F8E0867F39C}">
      <dgm:prSet/>
      <dgm:spPr/>
      <dgm:t>
        <a:bodyPr/>
        <a:lstStyle/>
        <a:p>
          <a:endParaRPr lang="fr-029"/>
        </a:p>
      </dgm:t>
    </dgm:pt>
    <dgm:pt modelId="{3C0162C0-9E57-4B58-B9C0-B9E31319EACC}" type="sibTrans" cxnId="{D7496EEE-ADFB-4F2B-91CB-3F8E0867F39C}">
      <dgm:prSet/>
      <dgm:spPr/>
      <dgm:t>
        <a:bodyPr/>
        <a:lstStyle/>
        <a:p>
          <a:endParaRPr lang="fr-029"/>
        </a:p>
      </dgm:t>
    </dgm:pt>
    <dgm:pt modelId="{707C8CC3-19F7-47A4-9FE4-66ABE182707F}">
      <dgm:prSet/>
      <dgm:spPr/>
      <dgm:t>
        <a:bodyPr/>
        <a:lstStyle/>
        <a:p>
          <a:r>
            <a:rPr lang="en-US" dirty="0" err="1"/>
            <a:t>Évaluation</a:t>
          </a:r>
          <a:r>
            <a:rPr lang="en-US" dirty="0"/>
            <a:t> de mi-session: (20%)</a:t>
          </a:r>
        </a:p>
      </dgm:t>
    </dgm:pt>
    <dgm:pt modelId="{19450797-35FE-4EE9-8E04-828C9DEBDB74}" type="parTrans" cxnId="{5F54228E-63BA-4EE2-8251-0D0FC8BD0C27}">
      <dgm:prSet/>
      <dgm:spPr/>
      <dgm:t>
        <a:bodyPr/>
        <a:lstStyle/>
        <a:p>
          <a:endParaRPr lang="fr-029"/>
        </a:p>
      </dgm:t>
    </dgm:pt>
    <dgm:pt modelId="{F33FB849-C056-4889-B093-FF286BBAABD0}" type="sibTrans" cxnId="{5F54228E-63BA-4EE2-8251-0D0FC8BD0C27}">
      <dgm:prSet/>
      <dgm:spPr/>
      <dgm:t>
        <a:bodyPr/>
        <a:lstStyle/>
        <a:p>
          <a:endParaRPr lang="fr-029"/>
        </a:p>
      </dgm:t>
    </dgm:pt>
    <dgm:pt modelId="{2DF56616-1260-4FCB-AE00-F73BED3615C7}" type="pres">
      <dgm:prSet presAssocID="{08BE7E3A-3929-400D-A71B-A78EB2714541}" presName="linear" presStyleCnt="0">
        <dgm:presLayoutVars>
          <dgm:animLvl val="lvl"/>
          <dgm:resizeHandles val="exact"/>
        </dgm:presLayoutVars>
      </dgm:prSet>
      <dgm:spPr/>
    </dgm:pt>
    <dgm:pt modelId="{253DC8A1-6105-4D56-9FA2-531763831F31}" type="pres">
      <dgm:prSet presAssocID="{9A535312-90F7-4FE4-A7D2-3EE6676FDAA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A41569E-D079-41A5-82FA-1F110DDF9287}" type="pres">
      <dgm:prSet presAssocID="{3FBAB02D-E203-4077-89B9-6419493AB796}" presName="spacer" presStyleCnt="0"/>
      <dgm:spPr/>
    </dgm:pt>
    <dgm:pt modelId="{ACED82B7-A9C0-493C-A277-79A11F234884}" type="pres">
      <dgm:prSet presAssocID="{707C8CC3-19F7-47A4-9FE4-66ABE182707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B1ABA18-021A-4AD3-A5E1-A8E81513772F}" type="pres">
      <dgm:prSet presAssocID="{F33FB849-C056-4889-B093-FF286BBAABD0}" presName="spacer" presStyleCnt="0"/>
      <dgm:spPr/>
    </dgm:pt>
    <dgm:pt modelId="{86296670-CEE4-4DFA-962C-9488101B77B1}" type="pres">
      <dgm:prSet presAssocID="{91BBB9A7-3720-4C0F-8E6E-7C8834FE7ED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6651BBB-705E-4736-BE7C-74502623CBC4}" type="pres">
      <dgm:prSet presAssocID="{8FE77FA6-E019-4054-A1F1-88111E52E603}" presName="spacer" presStyleCnt="0"/>
      <dgm:spPr/>
    </dgm:pt>
    <dgm:pt modelId="{3F92354A-53EE-44AF-B15E-4F0F60BB5111}" type="pres">
      <dgm:prSet presAssocID="{670B9DE2-90CB-4CBB-A8BD-44919F25CB6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ADC702D-E87D-40CB-A442-4C3FF35FC7CD}" type="pres">
      <dgm:prSet presAssocID="{9B1A390D-62B1-46CB-A4C9-CF6C24166DA8}" presName="spacer" presStyleCnt="0"/>
      <dgm:spPr/>
    </dgm:pt>
    <dgm:pt modelId="{49CFC77E-12DC-4B23-90CA-DF71AB5E5B8B}" type="pres">
      <dgm:prSet presAssocID="{620E92D1-6F88-41F4-8083-13F931B8364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7192D15-80C9-4DE6-AFC6-DEC9A2A86B63}" type="presOf" srcId="{707C8CC3-19F7-47A4-9FE4-66ABE182707F}" destId="{ACED82B7-A9C0-493C-A277-79A11F234884}" srcOrd="0" destOrd="0" presId="urn:microsoft.com/office/officeart/2005/8/layout/vList2"/>
    <dgm:cxn modelId="{2ABACE37-3E4F-4941-AB35-2F2CCD23F81A}" type="presOf" srcId="{91BBB9A7-3720-4C0F-8E6E-7C8834FE7ED0}" destId="{86296670-CEE4-4DFA-962C-9488101B77B1}" srcOrd="0" destOrd="0" presId="urn:microsoft.com/office/officeart/2005/8/layout/vList2"/>
    <dgm:cxn modelId="{0C81DD37-0DDE-4EBD-9883-EEA3856BFD2A}" type="presOf" srcId="{9A535312-90F7-4FE4-A7D2-3EE6676FDAA5}" destId="{253DC8A1-6105-4D56-9FA2-531763831F31}" srcOrd="0" destOrd="0" presId="urn:microsoft.com/office/officeart/2005/8/layout/vList2"/>
    <dgm:cxn modelId="{DF36CE4E-7393-4BF3-BDC5-E9BAB614E4EF}" type="presOf" srcId="{670B9DE2-90CB-4CBB-A8BD-44919F25CB61}" destId="{3F92354A-53EE-44AF-B15E-4F0F60BB5111}" srcOrd="0" destOrd="0" presId="urn:microsoft.com/office/officeart/2005/8/layout/vList2"/>
    <dgm:cxn modelId="{06DA6350-1083-4F3C-8E48-C1DD4E6B558A}" type="presOf" srcId="{620E92D1-6F88-41F4-8083-13F931B83648}" destId="{49CFC77E-12DC-4B23-90CA-DF71AB5E5B8B}" srcOrd="0" destOrd="0" presId="urn:microsoft.com/office/officeart/2005/8/layout/vList2"/>
    <dgm:cxn modelId="{5E813F55-69A2-48D1-86B0-D16516E2F870}" type="presOf" srcId="{08BE7E3A-3929-400D-A71B-A78EB2714541}" destId="{2DF56616-1260-4FCB-AE00-F73BED3615C7}" srcOrd="0" destOrd="0" presId="urn:microsoft.com/office/officeart/2005/8/layout/vList2"/>
    <dgm:cxn modelId="{98E76589-E5B0-4314-90D6-8F44E221C902}" srcId="{08BE7E3A-3929-400D-A71B-A78EB2714541}" destId="{9A535312-90F7-4FE4-A7D2-3EE6676FDAA5}" srcOrd="0" destOrd="0" parTransId="{F26E466E-2DB6-4364-9A49-D89504262956}" sibTransId="{3FBAB02D-E203-4077-89B9-6419493AB796}"/>
    <dgm:cxn modelId="{5F54228E-63BA-4EE2-8251-0D0FC8BD0C27}" srcId="{08BE7E3A-3929-400D-A71B-A78EB2714541}" destId="{707C8CC3-19F7-47A4-9FE4-66ABE182707F}" srcOrd="1" destOrd="0" parTransId="{19450797-35FE-4EE9-8E04-828C9DEBDB74}" sibTransId="{F33FB849-C056-4889-B093-FF286BBAABD0}"/>
    <dgm:cxn modelId="{FA62A29A-9D73-469D-946B-38F6C7C445AB}" srcId="{08BE7E3A-3929-400D-A71B-A78EB2714541}" destId="{91BBB9A7-3720-4C0F-8E6E-7C8834FE7ED0}" srcOrd="2" destOrd="0" parTransId="{03531D54-B66B-4C21-ADFE-5C7259F78481}" sibTransId="{8FE77FA6-E019-4054-A1F1-88111E52E603}"/>
    <dgm:cxn modelId="{9DFCCBA9-3B47-4999-97F1-44C19291F0EF}" srcId="{08BE7E3A-3929-400D-A71B-A78EB2714541}" destId="{670B9DE2-90CB-4CBB-A8BD-44919F25CB61}" srcOrd="3" destOrd="0" parTransId="{06CA2BE3-E9A4-4FDD-93EB-5BDB28DF56B1}" sibTransId="{9B1A390D-62B1-46CB-A4C9-CF6C24166DA8}"/>
    <dgm:cxn modelId="{D7496EEE-ADFB-4F2B-91CB-3F8E0867F39C}" srcId="{08BE7E3A-3929-400D-A71B-A78EB2714541}" destId="{620E92D1-6F88-41F4-8083-13F931B83648}" srcOrd="4" destOrd="0" parTransId="{AE8AD7FD-29D3-4D1D-8526-9E19A5335C72}" sibTransId="{3C0162C0-9E57-4B58-B9C0-B9E31319EACC}"/>
    <dgm:cxn modelId="{4B21A56A-471A-461A-8B83-078E949938EC}" type="presParOf" srcId="{2DF56616-1260-4FCB-AE00-F73BED3615C7}" destId="{253DC8A1-6105-4D56-9FA2-531763831F31}" srcOrd="0" destOrd="0" presId="urn:microsoft.com/office/officeart/2005/8/layout/vList2"/>
    <dgm:cxn modelId="{0194757D-0409-486B-938F-FBE781291B88}" type="presParOf" srcId="{2DF56616-1260-4FCB-AE00-F73BED3615C7}" destId="{DA41569E-D079-41A5-82FA-1F110DDF9287}" srcOrd="1" destOrd="0" presId="urn:microsoft.com/office/officeart/2005/8/layout/vList2"/>
    <dgm:cxn modelId="{2E83FAA9-B761-49B5-91C5-162A52F3CEF5}" type="presParOf" srcId="{2DF56616-1260-4FCB-AE00-F73BED3615C7}" destId="{ACED82B7-A9C0-493C-A277-79A11F234884}" srcOrd="2" destOrd="0" presId="urn:microsoft.com/office/officeart/2005/8/layout/vList2"/>
    <dgm:cxn modelId="{78D48222-A457-4EBD-80A3-C3320F72A89D}" type="presParOf" srcId="{2DF56616-1260-4FCB-AE00-F73BED3615C7}" destId="{BB1ABA18-021A-4AD3-A5E1-A8E81513772F}" srcOrd="3" destOrd="0" presId="urn:microsoft.com/office/officeart/2005/8/layout/vList2"/>
    <dgm:cxn modelId="{9CA04015-78A2-4E1C-968A-9A3737CB1709}" type="presParOf" srcId="{2DF56616-1260-4FCB-AE00-F73BED3615C7}" destId="{86296670-CEE4-4DFA-962C-9488101B77B1}" srcOrd="4" destOrd="0" presId="urn:microsoft.com/office/officeart/2005/8/layout/vList2"/>
    <dgm:cxn modelId="{101656FC-CF7D-4935-93EF-E998A7F0BA4E}" type="presParOf" srcId="{2DF56616-1260-4FCB-AE00-F73BED3615C7}" destId="{C6651BBB-705E-4736-BE7C-74502623CBC4}" srcOrd="5" destOrd="0" presId="urn:microsoft.com/office/officeart/2005/8/layout/vList2"/>
    <dgm:cxn modelId="{2CD07DAB-31B0-42B6-B870-4B4A68E7AF3A}" type="presParOf" srcId="{2DF56616-1260-4FCB-AE00-F73BED3615C7}" destId="{3F92354A-53EE-44AF-B15E-4F0F60BB5111}" srcOrd="6" destOrd="0" presId="urn:microsoft.com/office/officeart/2005/8/layout/vList2"/>
    <dgm:cxn modelId="{76F10E4F-EDB2-4FED-897E-413C50D36487}" type="presParOf" srcId="{2DF56616-1260-4FCB-AE00-F73BED3615C7}" destId="{4ADC702D-E87D-40CB-A442-4C3FF35FC7CD}" srcOrd="7" destOrd="0" presId="urn:microsoft.com/office/officeart/2005/8/layout/vList2"/>
    <dgm:cxn modelId="{3F9F4FA5-6698-40C2-8004-7983ED311B54}" type="presParOf" srcId="{2DF56616-1260-4FCB-AE00-F73BED3615C7}" destId="{49CFC77E-12DC-4B23-90CA-DF71AB5E5B8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FE9EA23-4A57-4DC1-9254-DAEB2857F37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3EE41B0-B4BB-4928-94A2-31E534403279}">
      <dgm:prSet/>
      <dgm:spPr/>
      <dgm:t>
        <a:bodyPr/>
        <a:lstStyle/>
        <a:p>
          <a:r>
            <a:rPr lang="en-US"/>
            <a:t>Courtes activités en binôme</a:t>
          </a:r>
        </a:p>
      </dgm:t>
    </dgm:pt>
    <dgm:pt modelId="{2913EF8A-1316-4435-901F-1CD8DF930F72}" type="parTrans" cxnId="{383F6077-3B7A-4D2F-8396-A912251A1B06}">
      <dgm:prSet/>
      <dgm:spPr/>
      <dgm:t>
        <a:bodyPr/>
        <a:lstStyle/>
        <a:p>
          <a:endParaRPr lang="en-US"/>
        </a:p>
      </dgm:t>
    </dgm:pt>
    <dgm:pt modelId="{16E41866-EBA7-4B6C-8FBC-912FB66D9EE9}" type="sibTrans" cxnId="{383F6077-3B7A-4D2F-8396-A912251A1B06}">
      <dgm:prSet/>
      <dgm:spPr/>
      <dgm:t>
        <a:bodyPr/>
        <a:lstStyle/>
        <a:p>
          <a:endParaRPr lang="en-US"/>
        </a:p>
      </dgm:t>
    </dgm:pt>
    <dgm:pt modelId="{25AF0333-6576-4C97-9ED6-DE5D319DE516}">
      <dgm:prSet/>
      <dgm:spPr/>
      <dgm:t>
        <a:bodyPr/>
        <a:lstStyle/>
        <a:p>
          <a:r>
            <a:rPr lang="en-US"/>
            <a:t>Quiz rapides (feedback immédiat)</a:t>
          </a:r>
        </a:p>
      </dgm:t>
    </dgm:pt>
    <dgm:pt modelId="{CA1ABD38-4A92-4963-A384-D48230269D33}" type="parTrans" cxnId="{F22D04C2-23D1-4863-A8AF-57B1D57B0256}">
      <dgm:prSet/>
      <dgm:spPr/>
      <dgm:t>
        <a:bodyPr/>
        <a:lstStyle/>
        <a:p>
          <a:endParaRPr lang="en-US"/>
        </a:p>
      </dgm:t>
    </dgm:pt>
    <dgm:pt modelId="{F73256DD-7F34-4656-B1CB-DE072A0AD9CD}" type="sibTrans" cxnId="{F22D04C2-23D1-4863-A8AF-57B1D57B0256}">
      <dgm:prSet/>
      <dgm:spPr/>
      <dgm:t>
        <a:bodyPr/>
        <a:lstStyle/>
        <a:p>
          <a:endParaRPr lang="en-US"/>
        </a:p>
      </dgm:t>
    </dgm:pt>
    <dgm:pt modelId="{F243AF2F-B34C-4564-AF1E-8A7632BEA56A}">
      <dgm:prSet/>
      <dgm:spPr/>
      <dgm:t>
        <a:bodyPr/>
        <a:lstStyle/>
        <a:p>
          <a:r>
            <a:rPr lang="en-US"/>
            <a:t>Ticket de sortie en fin de séance</a:t>
          </a:r>
        </a:p>
      </dgm:t>
    </dgm:pt>
    <dgm:pt modelId="{4A9DC4DB-5731-435D-9754-0BD9F024083F}" type="parTrans" cxnId="{D58BF44F-BB22-4AF9-8881-2AB8CF4C87DE}">
      <dgm:prSet/>
      <dgm:spPr/>
      <dgm:t>
        <a:bodyPr/>
        <a:lstStyle/>
        <a:p>
          <a:endParaRPr lang="en-US"/>
        </a:p>
      </dgm:t>
    </dgm:pt>
    <dgm:pt modelId="{BA492927-7AC1-4367-B572-E1FCB45960F8}" type="sibTrans" cxnId="{D58BF44F-BB22-4AF9-8881-2AB8CF4C87DE}">
      <dgm:prSet/>
      <dgm:spPr/>
      <dgm:t>
        <a:bodyPr/>
        <a:lstStyle/>
        <a:p>
          <a:endParaRPr lang="en-US"/>
        </a:p>
      </dgm:t>
    </dgm:pt>
    <dgm:pt modelId="{5EADE8A4-EAC9-4FD3-BD1B-699DC4D21083}">
      <dgm:prSet/>
      <dgm:spPr/>
      <dgm:t>
        <a:bodyPr/>
        <a:lstStyle/>
        <a:p>
          <a:r>
            <a:rPr lang="en-US"/>
            <a:t>Règles : respect, entraide, droit à l’erreur, questions bienvenues</a:t>
          </a:r>
        </a:p>
      </dgm:t>
    </dgm:pt>
    <dgm:pt modelId="{F2D43017-6EF4-4490-8DBB-81DAEAC0165E}" type="parTrans" cxnId="{E22D604C-A88D-4452-91B5-4E3656F37F96}">
      <dgm:prSet/>
      <dgm:spPr/>
      <dgm:t>
        <a:bodyPr/>
        <a:lstStyle/>
        <a:p>
          <a:endParaRPr lang="en-US"/>
        </a:p>
      </dgm:t>
    </dgm:pt>
    <dgm:pt modelId="{50B50913-0EB2-4A6C-86A8-314B35686F42}" type="sibTrans" cxnId="{E22D604C-A88D-4452-91B5-4E3656F37F96}">
      <dgm:prSet/>
      <dgm:spPr/>
      <dgm:t>
        <a:bodyPr/>
        <a:lstStyle/>
        <a:p>
          <a:endParaRPr lang="en-US"/>
        </a:p>
      </dgm:t>
    </dgm:pt>
    <dgm:pt modelId="{9AB1E949-8F94-4524-B049-F598C9C1A25B}" type="pres">
      <dgm:prSet presAssocID="{FFE9EA23-4A57-4DC1-9254-DAEB2857F37B}" presName="linear" presStyleCnt="0">
        <dgm:presLayoutVars>
          <dgm:animLvl val="lvl"/>
          <dgm:resizeHandles val="exact"/>
        </dgm:presLayoutVars>
      </dgm:prSet>
      <dgm:spPr/>
    </dgm:pt>
    <dgm:pt modelId="{C7CAA340-D359-4E0C-8660-9D919C7C6D1D}" type="pres">
      <dgm:prSet presAssocID="{53EE41B0-B4BB-4928-94A2-31E53440327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24CDA1C-D01E-40D5-9C79-303BA8F3278F}" type="pres">
      <dgm:prSet presAssocID="{16E41866-EBA7-4B6C-8FBC-912FB66D9EE9}" presName="spacer" presStyleCnt="0"/>
      <dgm:spPr/>
    </dgm:pt>
    <dgm:pt modelId="{9F3DEB58-E32D-4F5A-AC67-B49389AC8594}" type="pres">
      <dgm:prSet presAssocID="{25AF0333-6576-4C97-9ED6-DE5D319DE51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29E0AD6-DFA7-4C30-B8E4-A4B6F2660716}" type="pres">
      <dgm:prSet presAssocID="{F73256DD-7F34-4656-B1CB-DE072A0AD9CD}" presName="spacer" presStyleCnt="0"/>
      <dgm:spPr/>
    </dgm:pt>
    <dgm:pt modelId="{7ECF91D6-515A-4F69-BD4A-E3F1DD7C4FB9}" type="pres">
      <dgm:prSet presAssocID="{F243AF2F-B34C-4564-AF1E-8A7632BEA56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BD60527-4DC4-4096-9E98-E774C2F2BBB4}" type="pres">
      <dgm:prSet presAssocID="{BA492927-7AC1-4367-B572-E1FCB45960F8}" presName="spacer" presStyleCnt="0"/>
      <dgm:spPr/>
    </dgm:pt>
    <dgm:pt modelId="{6E30154C-F181-4FF6-996D-77632430946D}" type="pres">
      <dgm:prSet presAssocID="{5EADE8A4-EAC9-4FD3-BD1B-699DC4D2108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60BD001-BDAA-416E-8BDD-93D69F42789E}" type="presOf" srcId="{FFE9EA23-4A57-4DC1-9254-DAEB2857F37B}" destId="{9AB1E949-8F94-4524-B049-F598C9C1A25B}" srcOrd="0" destOrd="0" presId="urn:microsoft.com/office/officeart/2005/8/layout/vList2"/>
    <dgm:cxn modelId="{74AC5325-F8A5-488B-94F7-A998BCB45B00}" type="presOf" srcId="{5EADE8A4-EAC9-4FD3-BD1B-699DC4D21083}" destId="{6E30154C-F181-4FF6-996D-77632430946D}" srcOrd="0" destOrd="0" presId="urn:microsoft.com/office/officeart/2005/8/layout/vList2"/>
    <dgm:cxn modelId="{136FAF31-E396-415A-8C98-BA6C1AC5DE56}" type="presOf" srcId="{F243AF2F-B34C-4564-AF1E-8A7632BEA56A}" destId="{7ECF91D6-515A-4F69-BD4A-E3F1DD7C4FB9}" srcOrd="0" destOrd="0" presId="urn:microsoft.com/office/officeart/2005/8/layout/vList2"/>
    <dgm:cxn modelId="{E22D604C-A88D-4452-91B5-4E3656F37F96}" srcId="{FFE9EA23-4A57-4DC1-9254-DAEB2857F37B}" destId="{5EADE8A4-EAC9-4FD3-BD1B-699DC4D21083}" srcOrd="3" destOrd="0" parTransId="{F2D43017-6EF4-4490-8DBB-81DAEAC0165E}" sibTransId="{50B50913-0EB2-4A6C-86A8-314B35686F42}"/>
    <dgm:cxn modelId="{D58BF44F-BB22-4AF9-8881-2AB8CF4C87DE}" srcId="{FFE9EA23-4A57-4DC1-9254-DAEB2857F37B}" destId="{F243AF2F-B34C-4564-AF1E-8A7632BEA56A}" srcOrd="2" destOrd="0" parTransId="{4A9DC4DB-5731-435D-9754-0BD9F024083F}" sibTransId="{BA492927-7AC1-4367-B572-E1FCB45960F8}"/>
    <dgm:cxn modelId="{383F6077-3B7A-4D2F-8396-A912251A1B06}" srcId="{FFE9EA23-4A57-4DC1-9254-DAEB2857F37B}" destId="{53EE41B0-B4BB-4928-94A2-31E534403279}" srcOrd="0" destOrd="0" parTransId="{2913EF8A-1316-4435-901F-1CD8DF930F72}" sibTransId="{16E41866-EBA7-4B6C-8FBC-912FB66D9EE9}"/>
    <dgm:cxn modelId="{F22D04C2-23D1-4863-A8AF-57B1D57B0256}" srcId="{FFE9EA23-4A57-4DC1-9254-DAEB2857F37B}" destId="{25AF0333-6576-4C97-9ED6-DE5D319DE516}" srcOrd="1" destOrd="0" parTransId="{CA1ABD38-4A92-4963-A384-D48230269D33}" sibTransId="{F73256DD-7F34-4656-B1CB-DE072A0AD9CD}"/>
    <dgm:cxn modelId="{137315DC-069C-4EB3-85CD-F8E46D7636D8}" type="presOf" srcId="{25AF0333-6576-4C97-9ED6-DE5D319DE516}" destId="{9F3DEB58-E32D-4F5A-AC67-B49389AC8594}" srcOrd="0" destOrd="0" presId="urn:microsoft.com/office/officeart/2005/8/layout/vList2"/>
    <dgm:cxn modelId="{892D3AE4-75F2-4B20-9E67-21E666DD6442}" type="presOf" srcId="{53EE41B0-B4BB-4928-94A2-31E534403279}" destId="{C7CAA340-D359-4E0C-8660-9D919C7C6D1D}" srcOrd="0" destOrd="0" presId="urn:microsoft.com/office/officeart/2005/8/layout/vList2"/>
    <dgm:cxn modelId="{26D535BD-455C-4805-96C7-CCD941B04972}" type="presParOf" srcId="{9AB1E949-8F94-4524-B049-F598C9C1A25B}" destId="{C7CAA340-D359-4E0C-8660-9D919C7C6D1D}" srcOrd="0" destOrd="0" presId="urn:microsoft.com/office/officeart/2005/8/layout/vList2"/>
    <dgm:cxn modelId="{030BE42C-0263-4586-8BA6-70BF51909DA6}" type="presParOf" srcId="{9AB1E949-8F94-4524-B049-F598C9C1A25B}" destId="{F24CDA1C-D01E-40D5-9C79-303BA8F3278F}" srcOrd="1" destOrd="0" presId="urn:microsoft.com/office/officeart/2005/8/layout/vList2"/>
    <dgm:cxn modelId="{016B25CC-8EF4-4CC2-889A-D48E0872150B}" type="presParOf" srcId="{9AB1E949-8F94-4524-B049-F598C9C1A25B}" destId="{9F3DEB58-E32D-4F5A-AC67-B49389AC8594}" srcOrd="2" destOrd="0" presId="urn:microsoft.com/office/officeart/2005/8/layout/vList2"/>
    <dgm:cxn modelId="{E17B4FFC-0F5E-43DC-B22D-B970EF27EA73}" type="presParOf" srcId="{9AB1E949-8F94-4524-B049-F598C9C1A25B}" destId="{C29E0AD6-DFA7-4C30-B8E4-A4B6F2660716}" srcOrd="3" destOrd="0" presId="urn:microsoft.com/office/officeart/2005/8/layout/vList2"/>
    <dgm:cxn modelId="{004E45B4-6281-4A07-85A2-D9223507AF97}" type="presParOf" srcId="{9AB1E949-8F94-4524-B049-F598C9C1A25B}" destId="{7ECF91D6-515A-4F69-BD4A-E3F1DD7C4FB9}" srcOrd="4" destOrd="0" presId="urn:microsoft.com/office/officeart/2005/8/layout/vList2"/>
    <dgm:cxn modelId="{492CB963-85C2-48B1-9BAA-B1AA9D81CC34}" type="presParOf" srcId="{9AB1E949-8F94-4524-B049-F598C9C1A25B}" destId="{FBD60527-4DC4-4096-9E98-E774C2F2BBB4}" srcOrd="5" destOrd="0" presId="urn:microsoft.com/office/officeart/2005/8/layout/vList2"/>
    <dgm:cxn modelId="{652BFAF8-E693-47E0-856B-52F26D3559EA}" type="presParOf" srcId="{9AB1E949-8F94-4524-B049-F598C9C1A25B}" destId="{6E30154C-F181-4FF6-996D-77632430946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F7D6554-74C0-44C7-8551-AF7772C3114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B7D4A30-F7CC-47BA-B093-11253F09E9DF}">
      <dgm:prSet/>
      <dgm:spPr/>
      <dgm:t>
        <a:bodyPr/>
        <a:lstStyle/>
        <a:p>
          <a:r>
            <a:rPr lang="en-US"/>
            <a:t>Relire les équivalences clés (2–3) entre chaque séance</a:t>
          </a:r>
        </a:p>
      </dgm:t>
    </dgm:pt>
    <dgm:pt modelId="{7ECCCBE3-70CA-468B-AEF8-21718E92D98D}" type="parTrans" cxnId="{C42AEACF-59C0-4667-80AB-B1771CAEDD67}">
      <dgm:prSet/>
      <dgm:spPr/>
      <dgm:t>
        <a:bodyPr/>
        <a:lstStyle/>
        <a:p>
          <a:endParaRPr lang="en-US"/>
        </a:p>
      </dgm:t>
    </dgm:pt>
    <dgm:pt modelId="{2E23A73E-A906-4EFA-821C-22A9F00F7798}" type="sibTrans" cxnId="{C42AEACF-59C0-4667-80AB-B1771CAEDD67}">
      <dgm:prSet/>
      <dgm:spPr/>
      <dgm:t>
        <a:bodyPr/>
        <a:lstStyle/>
        <a:p>
          <a:endParaRPr lang="en-US"/>
        </a:p>
      </dgm:t>
    </dgm:pt>
    <dgm:pt modelId="{8E53AD29-F818-4CE4-98BA-CB84F8B5A696}">
      <dgm:prSet/>
      <dgm:spPr/>
      <dgm:t>
        <a:bodyPr/>
        <a:lstStyle/>
        <a:p>
          <a:r>
            <a:rPr lang="en-US"/>
            <a:t>Refaire les mini-exercices avec vos propres exemples</a:t>
          </a:r>
        </a:p>
      </dgm:t>
    </dgm:pt>
    <dgm:pt modelId="{B2013708-7B6D-4B24-B32B-CA9F3338AF36}" type="parTrans" cxnId="{AC05FE6C-6F63-42F2-99B2-33FDA69F01C7}">
      <dgm:prSet/>
      <dgm:spPr/>
      <dgm:t>
        <a:bodyPr/>
        <a:lstStyle/>
        <a:p>
          <a:endParaRPr lang="en-US"/>
        </a:p>
      </dgm:t>
    </dgm:pt>
    <dgm:pt modelId="{FE4E0181-6D18-454A-98E3-86EB58BB4438}" type="sibTrans" cxnId="{AC05FE6C-6F63-42F2-99B2-33FDA69F01C7}">
      <dgm:prSet/>
      <dgm:spPr/>
      <dgm:t>
        <a:bodyPr/>
        <a:lstStyle/>
        <a:p>
          <a:endParaRPr lang="en-US"/>
        </a:p>
      </dgm:t>
    </dgm:pt>
    <dgm:pt modelId="{F777C712-8614-4DA8-946D-89C42AB71317}">
      <dgm:prSet/>
      <dgm:spPr/>
      <dgm:t>
        <a:bodyPr/>
        <a:lstStyle/>
        <a:p>
          <a:r>
            <a:rPr lang="en-US"/>
            <a:t>Comparer vos réponses en binôme et poser des questions</a:t>
          </a:r>
        </a:p>
      </dgm:t>
    </dgm:pt>
    <dgm:pt modelId="{81262A1A-055A-4DB3-B201-9C5787ABD2AA}" type="parTrans" cxnId="{898E79FB-297A-49E1-B712-CD18A22D2A4F}">
      <dgm:prSet/>
      <dgm:spPr/>
      <dgm:t>
        <a:bodyPr/>
        <a:lstStyle/>
        <a:p>
          <a:endParaRPr lang="en-US"/>
        </a:p>
      </dgm:t>
    </dgm:pt>
    <dgm:pt modelId="{13330938-A65E-44CF-B624-2043566E68D7}" type="sibTrans" cxnId="{898E79FB-297A-49E1-B712-CD18A22D2A4F}">
      <dgm:prSet/>
      <dgm:spPr/>
      <dgm:t>
        <a:bodyPr/>
        <a:lstStyle/>
        <a:p>
          <a:endParaRPr lang="en-US"/>
        </a:p>
      </dgm:t>
    </dgm:pt>
    <dgm:pt modelId="{A7B25C75-83C5-498B-B3F7-834A2E7FEFDD}">
      <dgm:prSet/>
      <dgm:spPr/>
      <dgm:t>
        <a:bodyPr/>
        <a:lstStyle/>
        <a:p>
          <a:r>
            <a:rPr lang="en-US" dirty="0" err="1"/>
            <a:t>Participer</a:t>
          </a:r>
          <a:r>
            <a:rPr lang="en-US" dirty="0"/>
            <a:t> </a:t>
          </a:r>
          <a:r>
            <a:rPr lang="en-US" dirty="0" err="1"/>
            <a:t>régulièrement</a:t>
          </a:r>
          <a:r>
            <a:rPr lang="en-US" dirty="0"/>
            <a:t> dans le </a:t>
          </a:r>
          <a:r>
            <a:rPr lang="en-US" dirty="0" err="1"/>
            <a:t>cours</a:t>
          </a:r>
          <a:endParaRPr lang="en-US" dirty="0"/>
        </a:p>
      </dgm:t>
    </dgm:pt>
    <dgm:pt modelId="{CB72A0C6-A96A-4139-B0CC-22CA15B4E747}" type="parTrans" cxnId="{D36963D6-2B88-4F82-BC10-72F1AF8B3774}">
      <dgm:prSet/>
      <dgm:spPr/>
      <dgm:t>
        <a:bodyPr/>
        <a:lstStyle/>
        <a:p>
          <a:endParaRPr lang="en-US"/>
        </a:p>
      </dgm:t>
    </dgm:pt>
    <dgm:pt modelId="{1874C5D7-6350-4C6F-AF93-6D63AE38ECE4}" type="sibTrans" cxnId="{D36963D6-2B88-4F82-BC10-72F1AF8B3774}">
      <dgm:prSet/>
      <dgm:spPr/>
      <dgm:t>
        <a:bodyPr/>
        <a:lstStyle/>
        <a:p>
          <a:endParaRPr lang="en-US"/>
        </a:p>
      </dgm:t>
    </dgm:pt>
    <dgm:pt modelId="{540F422B-F101-4215-A308-93EAAE3F8A87}" type="pres">
      <dgm:prSet presAssocID="{4F7D6554-74C0-44C7-8551-AF7772C31146}" presName="linear" presStyleCnt="0">
        <dgm:presLayoutVars>
          <dgm:animLvl val="lvl"/>
          <dgm:resizeHandles val="exact"/>
        </dgm:presLayoutVars>
      </dgm:prSet>
      <dgm:spPr/>
    </dgm:pt>
    <dgm:pt modelId="{0F0EEC81-E0C3-45C9-9326-1C0704DAE4E2}" type="pres">
      <dgm:prSet presAssocID="{EB7D4A30-F7CC-47BA-B093-11253F09E9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9A4E801-FDF2-4C00-95EC-D7E8CB22C797}" type="pres">
      <dgm:prSet presAssocID="{2E23A73E-A906-4EFA-821C-22A9F00F7798}" presName="spacer" presStyleCnt="0"/>
      <dgm:spPr/>
    </dgm:pt>
    <dgm:pt modelId="{EEB39E09-AD6D-4D82-95EF-88B3B9F6637A}" type="pres">
      <dgm:prSet presAssocID="{8E53AD29-F818-4CE4-98BA-CB84F8B5A69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6559898-5127-4816-B19C-9B9A1A550FB0}" type="pres">
      <dgm:prSet presAssocID="{FE4E0181-6D18-454A-98E3-86EB58BB4438}" presName="spacer" presStyleCnt="0"/>
      <dgm:spPr/>
    </dgm:pt>
    <dgm:pt modelId="{BBCB9DFF-025B-472C-A9B5-E9A8C8137B67}" type="pres">
      <dgm:prSet presAssocID="{F777C712-8614-4DA8-946D-89C42AB7131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B46A954-5E32-426B-AE43-BA771218A9F4}" type="pres">
      <dgm:prSet presAssocID="{13330938-A65E-44CF-B624-2043566E68D7}" presName="spacer" presStyleCnt="0"/>
      <dgm:spPr/>
    </dgm:pt>
    <dgm:pt modelId="{38066445-6A8F-48F6-843B-E246E3693675}" type="pres">
      <dgm:prSet presAssocID="{A7B25C75-83C5-498B-B3F7-834A2E7FEFD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9227315-E5FF-41B4-AB82-83F6493FD436}" type="presOf" srcId="{EB7D4A30-F7CC-47BA-B093-11253F09E9DF}" destId="{0F0EEC81-E0C3-45C9-9326-1C0704DAE4E2}" srcOrd="0" destOrd="0" presId="urn:microsoft.com/office/officeart/2005/8/layout/vList2"/>
    <dgm:cxn modelId="{6611A64A-BC5A-4B61-8E77-6E52CA5CC869}" type="presOf" srcId="{F777C712-8614-4DA8-946D-89C42AB71317}" destId="{BBCB9DFF-025B-472C-A9B5-E9A8C8137B67}" srcOrd="0" destOrd="0" presId="urn:microsoft.com/office/officeart/2005/8/layout/vList2"/>
    <dgm:cxn modelId="{247AC26C-53BC-45BF-B347-043CC9464C87}" type="presOf" srcId="{4F7D6554-74C0-44C7-8551-AF7772C31146}" destId="{540F422B-F101-4215-A308-93EAAE3F8A87}" srcOrd="0" destOrd="0" presId="urn:microsoft.com/office/officeart/2005/8/layout/vList2"/>
    <dgm:cxn modelId="{AC05FE6C-6F63-42F2-99B2-33FDA69F01C7}" srcId="{4F7D6554-74C0-44C7-8551-AF7772C31146}" destId="{8E53AD29-F818-4CE4-98BA-CB84F8B5A696}" srcOrd="1" destOrd="0" parTransId="{B2013708-7B6D-4B24-B32B-CA9F3338AF36}" sibTransId="{FE4E0181-6D18-454A-98E3-86EB58BB4438}"/>
    <dgm:cxn modelId="{75695A54-86BC-494F-ABD2-7A198258D718}" type="presOf" srcId="{A7B25C75-83C5-498B-B3F7-834A2E7FEFDD}" destId="{38066445-6A8F-48F6-843B-E246E3693675}" srcOrd="0" destOrd="0" presId="urn:microsoft.com/office/officeart/2005/8/layout/vList2"/>
    <dgm:cxn modelId="{65A7A783-A7ED-4FEA-8E23-3E44E74DC17F}" type="presOf" srcId="{8E53AD29-F818-4CE4-98BA-CB84F8B5A696}" destId="{EEB39E09-AD6D-4D82-95EF-88B3B9F6637A}" srcOrd="0" destOrd="0" presId="urn:microsoft.com/office/officeart/2005/8/layout/vList2"/>
    <dgm:cxn modelId="{C42AEACF-59C0-4667-80AB-B1771CAEDD67}" srcId="{4F7D6554-74C0-44C7-8551-AF7772C31146}" destId="{EB7D4A30-F7CC-47BA-B093-11253F09E9DF}" srcOrd="0" destOrd="0" parTransId="{7ECCCBE3-70CA-468B-AEF8-21718E92D98D}" sibTransId="{2E23A73E-A906-4EFA-821C-22A9F00F7798}"/>
    <dgm:cxn modelId="{D36963D6-2B88-4F82-BC10-72F1AF8B3774}" srcId="{4F7D6554-74C0-44C7-8551-AF7772C31146}" destId="{A7B25C75-83C5-498B-B3F7-834A2E7FEFDD}" srcOrd="3" destOrd="0" parTransId="{CB72A0C6-A96A-4139-B0CC-22CA15B4E747}" sibTransId="{1874C5D7-6350-4C6F-AF93-6D63AE38ECE4}"/>
    <dgm:cxn modelId="{898E79FB-297A-49E1-B712-CD18A22D2A4F}" srcId="{4F7D6554-74C0-44C7-8551-AF7772C31146}" destId="{F777C712-8614-4DA8-946D-89C42AB71317}" srcOrd="2" destOrd="0" parTransId="{81262A1A-055A-4DB3-B201-9C5787ABD2AA}" sibTransId="{13330938-A65E-44CF-B624-2043566E68D7}"/>
    <dgm:cxn modelId="{5631CC90-8A96-4155-8A00-16050F61A054}" type="presParOf" srcId="{540F422B-F101-4215-A308-93EAAE3F8A87}" destId="{0F0EEC81-E0C3-45C9-9326-1C0704DAE4E2}" srcOrd="0" destOrd="0" presId="urn:microsoft.com/office/officeart/2005/8/layout/vList2"/>
    <dgm:cxn modelId="{2B29ED6D-E8AF-409A-9B34-40336432018F}" type="presParOf" srcId="{540F422B-F101-4215-A308-93EAAE3F8A87}" destId="{29A4E801-FDF2-4C00-95EC-D7E8CB22C797}" srcOrd="1" destOrd="0" presId="urn:microsoft.com/office/officeart/2005/8/layout/vList2"/>
    <dgm:cxn modelId="{262B9492-E84A-4122-A140-C596FEF0EFAD}" type="presParOf" srcId="{540F422B-F101-4215-A308-93EAAE3F8A87}" destId="{EEB39E09-AD6D-4D82-95EF-88B3B9F6637A}" srcOrd="2" destOrd="0" presId="urn:microsoft.com/office/officeart/2005/8/layout/vList2"/>
    <dgm:cxn modelId="{42B09207-1FCE-4D9D-A9F2-380B2AB7E273}" type="presParOf" srcId="{540F422B-F101-4215-A308-93EAAE3F8A87}" destId="{86559898-5127-4816-B19C-9B9A1A550FB0}" srcOrd="3" destOrd="0" presId="urn:microsoft.com/office/officeart/2005/8/layout/vList2"/>
    <dgm:cxn modelId="{6020A482-0B66-4B7F-9C21-BF51FB0A546B}" type="presParOf" srcId="{540F422B-F101-4215-A308-93EAAE3F8A87}" destId="{BBCB9DFF-025B-472C-A9B5-E9A8C8137B67}" srcOrd="4" destOrd="0" presId="urn:microsoft.com/office/officeart/2005/8/layout/vList2"/>
    <dgm:cxn modelId="{B4ACC2AE-1DC3-46CE-944F-6B4BBBA45987}" type="presParOf" srcId="{540F422B-F101-4215-A308-93EAAE3F8A87}" destId="{6B46A954-5E32-426B-AE43-BA771218A9F4}" srcOrd="5" destOrd="0" presId="urn:microsoft.com/office/officeart/2005/8/layout/vList2"/>
    <dgm:cxn modelId="{54D1BB4A-E952-4648-BC53-E05D3CADC36A}" type="presParOf" srcId="{540F422B-F101-4215-A308-93EAAE3F8A87}" destId="{38066445-6A8F-48F6-843B-E246E369367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4E1AE63-DDB5-4DA8-9157-4D0F7245AF8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A8A9AE3-2E26-4459-8C9E-CE3812EB1747}">
      <dgm:prSet/>
      <dgm:spPr/>
      <dgm:t>
        <a:bodyPr/>
        <a:lstStyle/>
        <a:p>
          <a:r>
            <a:rPr lang="en-US"/>
            <a:t>Rosen</a:t>
          </a:r>
        </a:p>
      </dgm:t>
    </dgm:pt>
    <dgm:pt modelId="{F5F59E84-BB98-4BCD-ABD9-CD83228D7426}" type="parTrans" cxnId="{7EF2542C-2C0E-4F55-88FA-80B655C70D7E}">
      <dgm:prSet/>
      <dgm:spPr/>
      <dgm:t>
        <a:bodyPr/>
        <a:lstStyle/>
        <a:p>
          <a:endParaRPr lang="en-US"/>
        </a:p>
      </dgm:t>
    </dgm:pt>
    <dgm:pt modelId="{42B64917-C485-4B10-AC0A-81AC0C87BA6E}" type="sibTrans" cxnId="{7EF2542C-2C0E-4F55-88FA-80B655C70D7E}">
      <dgm:prSet/>
      <dgm:spPr/>
      <dgm:t>
        <a:bodyPr/>
        <a:lstStyle/>
        <a:p>
          <a:endParaRPr lang="en-US"/>
        </a:p>
      </dgm:t>
    </dgm:pt>
    <dgm:pt modelId="{7EE50BA2-4941-4A27-B769-8F1AB775EDE3}">
      <dgm:prSet/>
      <dgm:spPr/>
      <dgm:t>
        <a:bodyPr/>
        <a:lstStyle/>
        <a:p>
          <a:r>
            <a:rPr lang="en-US"/>
            <a:t>chapitres ciblés : logique, ensembles, combinatoire</a:t>
          </a:r>
        </a:p>
      </dgm:t>
    </dgm:pt>
    <dgm:pt modelId="{E4C2748C-D04B-4821-9CE6-2D1DCEF36C4B}" type="parTrans" cxnId="{4D76EE1C-5408-4B16-940E-088AEE9F29AB}">
      <dgm:prSet/>
      <dgm:spPr/>
      <dgm:t>
        <a:bodyPr/>
        <a:lstStyle/>
        <a:p>
          <a:endParaRPr lang="en-US"/>
        </a:p>
      </dgm:t>
    </dgm:pt>
    <dgm:pt modelId="{5229E351-A168-4D72-88AE-7810206BC25A}" type="sibTrans" cxnId="{4D76EE1C-5408-4B16-940E-088AEE9F29AB}">
      <dgm:prSet/>
      <dgm:spPr/>
      <dgm:t>
        <a:bodyPr/>
        <a:lstStyle/>
        <a:p>
          <a:endParaRPr lang="en-US"/>
        </a:p>
      </dgm:t>
    </dgm:pt>
    <dgm:pt modelId="{A2A6F9B7-E949-429F-915F-6F861334AA1F}">
      <dgm:prSet/>
      <dgm:spPr/>
      <dgm:t>
        <a:bodyPr/>
        <a:lstStyle/>
        <a:p>
          <a:r>
            <a:rPr lang="en-US" b="0" i="0" dirty="0">
              <a:hlinkClick xmlns:r="http://schemas.openxmlformats.org/officeDocument/2006/relationships" r:id="rId1"/>
            </a:rPr>
            <a:t>Mathematics for Computer Science</a:t>
          </a:r>
          <a:r>
            <a:rPr lang="en-US" dirty="0"/>
            <a:t> (MIT, </a:t>
          </a:r>
          <a:r>
            <a:rPr lang="en-US" dirty="0" err="1"/>
            <a:t>gratuit</a:t>
          </a:r>
          <a:r>
            <a:rPr lang="en-US" dirty="0"/>
            <a:t>)</a:t>
          </a:r>
        </a:p>
      </dgm:t>
    </dgm:pt>
    <dgm:pt modelId="{3A4C15CD-8D85-4851-BBD3-E2E9A0E3B3E3}" type="parTrans" cxnId="{D9E51836-493C-4C16-8E30-121B9D1ED96D}">
      <dgm:prSet/>
      <dgm:spPr/>
      <dgm:t>
        <a:bodyPr/>
        <a:lstStyle/>
        <a:p>
          <a:endParaRPr lang="en-US"/>
        </a:p>
      </dgm:t>
    </dgm:pt>
    <dgm:pt modelId="{9F9E24D5-EF6A-4002-A1C4-1CAB952BE94F}" type="sibTrans" cxnId="{D9E51836-493C-4C16-8E30-121B9D1ED96D}">
      <dgm:prSet/>
      <dgm:spPr/>
      <dgm:t>
        <a:bodyPr/>
        <a:lstStyle/>
        <a:p>
          <a:endParaRPr lang="en-US"/>
        </a:p>
      </dgm:t>
    </dgm:pt>
    <dgm:pt modelId="{E83F6268-39A3-4D22-8D1E-56F70C161E58}">
      <dgm:prSet/>
      <dgm:spPr/>
      <dgm:t>
        <a:bodyPr/>
        <a:lstStyle/>
        <a:p>
          <a:r>
            <a:rPr lang="en-US" dirty="0" err="1"/>
            <a:t>preuves</a:t>
          </a:r>
          <a:r>
            <a:rPr lang="en-US" dirty="0"/>
            <a:t>/inductions/graphs/probability - extraits</a:t>
          </a:r>
        </a:p>
      </dgm:t>
    </dgm:pt>
    <dgm:pt modelId="{C506B2DD-60F3-4FB4-B048-655639791992}" type="parTrans" cxnId="{E5AAF3CE-0DC3-43BF-B773-99A98BC04268}">
      <dgm:prSet/>
      <dgm:spPr/>
      <dgm:t>
        <a:bodyPr/>
        <a:lstStyle/>
        <a:p>
          <a:endParaRPr lang="en-US"/>
        </a:p>
      </dgm:t>
    </dgm:pt>
    <dgm:pt modelId="{C81CC20E-F4D0-4E82-A510-F0FB038A8654}" type="sibTrans" cxnId="{E5AAF3CE-0DC3-43BF-B773-99A98BC04268}">
      <dgm:prSet/>
      <dgm:spPr/>
      <dgm:t>
        <a:bodyPr/>
        <a:lstStyle/>
        <a:p>
          <a:endParaRPr lang="en-US"/>
        </a:p>
      </dgm:t>
    </dgm:pt>
    <dgm:pt modelId="{9327BD83-BED3-4BD1-82BD-DA346C5BDB3E}">
      <dgm:prSet/>
      <dgm:spPr/>
      <dgm:t>
        <a:bodyPr/>
        <a:lstStyle/>
        <a:p>
          <a:r>
            <a:rPr lang="en-US"/>
            <a:t>Jaume et al. (Ellipses)</a:t>
          </a:r>
        </a:p>
      </dgm:t>
    </dgm:pt>
    <dgm:pt modelId="{F8A3D947-9C20-4C7B-970D-B1C15BAA7632}" type="parTrans" cxnId="{308E4163-3A87-4112-9ECF-26B2ADB022F6}">
      <dgm:prSet/>
      <dgm:spPr/>
      <dgm:t>
        <a:bodyPr/>
        <a:lstStyle/>
        <a:p>
          <a:endParaRPr lang="en-US"/>
        </a:p>
      </dgm:t>
    </dgm:pt>
    <dgm:pt modelId="{EF9380E4-99B9-44C6-990B-0BFE34E15F64}" type="sibTrans" cxnId="{308E4163-3A87-4112-9ECF-26B2ADB022F6}">
      <dgm:prSet/>
      <dgm:spPr/>
      <dgm:t>
        <a:bodyPr/>
        <a:lstStyle/>
        <a:p>
          <a:endParaRPr lang="en-US"/>
        </a:p>
      </dgm:t>
    </dgm:pt>
    <dgm:pt modelId="{F1B9ACEB-0639-4B31-B4E6-5231780D3689}">
      <dgm:prSet/>
      <dgm:spPr/>
      <dgm:t>
        <a:bodyPr/>
        <a:lstStyle/>
        <a:p>
          <a:r>
            <a:rPr lang="en-US" dirty="0" err="1"/>
            <a:t>logique</a:t>
          </a:r>
          <a:r>
            <a:rPr lang="en-US" dirty="0"/>
            <a:t> pour </a:t>
          </a:r>
          <a:r>
            <a:rPr lang="en-US" dirty="0" err="1"/>
            <a:t>l’info</a:t>
          </a:r>
          <a:r>
            <a:rPr lang="en-US" dirty="0"/>
            <a:t> - très </a:t>
          </a:r>
          <a:r>
            <a:rPr lang="en-US" dirty="0" err="1"/>
            <a:t>adapté</a:t>
          </a:r>
          <a:r>
            <a:rPr lang="en-US" dirty="0"/>
            <a:t> S1–S2</a:t>
          </a:r>
        </a:p>
      </dgm:t>
    </dgm:pt>
    <dgm:pt modelId="{67160B58-963D-4EA9-9CD4-F73FEE1F7A5E}" type="parTrans" cxnId="{857F5433-AA34-4F1C-BFA2-7926631E3E1A}">
      <dgm:prSet/>
      <dgm:spPr/>
      <dgm:t>
        <a:bodyPr/>
        <a:lstStyle/>
        <a:p>
          <a:endParaRPr lang="en-US"/>
        </a:p>
      </dgm:t>
    </dgm:pt>
    <dgm:pt modelId="{7B5A16F2-9106-4CAE-A2E2-128FD1D99939}" type="sibTrans" cxnId="{857F5433-AA34-4F1C-BFA2-7926631E3E1A}">
      <dgm:prSet/>
      <dgm:spPr/>
      <dgm:t>
        <a:bodyPr/>
        <a:lstStyle/>
        <a:p>
          <a:endParaRPr lang="en-US"/>
        </a:p>
      </dgm:t>
    </dgm:pt>
    <dgm:pt modelId="{9239FFC1-87E7-4067-A7E8-DBFE396FB2E3}" type="pres">
      <dgm:prSet presAssocID="{24E1AE63-DDB5-4DA8-9157-4D0F7245AF83}" presName="linear" presStyleCnt="0">
        <dgm:presLayoutVars>
          <dgm:animLvl val="lvl"/>
          <dgm:resizeHandles val="exact"/>
        </dgm:presLayoutVars>
      </dgm:prSet>
      <dgm:spPr/>
    </dgm:pt>
    <dgm:pt modelId="{B6011506-9E92-4529-BEDC-07B4BCB230A2}" type="pres">
      <dgm:prSet presAssocID="{CA8A9AE3-2E26-4459-8C9E-CE3812EB174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F5A6ECF-DCAE-416F-AC5E-B94E1EFA518C}" type="pres">
      <dgm:prSet presAssocID="{CA8A9AE3-2E26-4459-8C9E-CE3812EB1747}" presName="childText" presStyleLbl="revTx" presStyleIdx="0" presStyleCnt="3">
        <dgm:presLayoutVars>
          <dgm:bulletEnabled val="1"/>
        </dgm:presLayoutVars>
      </dgm:prSet>
      <dgm:spPr/>
    </dgm:pt>
    <dgm:pt modelId="{AE15A054-3DAF-4D4F-AA63-D6CAF1ADCDE8}" type="pres">
      <dgm:prSet presAssocID="{A2A6F9B7-E949-429F-915F-6F861334AA1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49D02AC-E61C-4A5A-A8D3-366798B979FD}" type="pres">
      <dgm:prSet presAssocID="{A2A6F9B7-E949-429F-915F-6F861334AA1F}" presName="childText" presStyleLbl="revTx" presStyleIdx="1" presStyleCnt="3">
        <dgm:presLayoutVars>
          <dgm:bulletEnabled val="1"/>
        </dgm:presLayoutVars>
      </dgm:prSet>
      <dgm:spPr/>
    </dgm:pt>
    <dgm:pt modelId="{087E7649-6938-4A79-9C89-CD140279482F}" type="pres">
      <dgm:prSet presAssocID="{9327BD83-BED3-4BD1-82BD-DA346C5BDB3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8C124DA-0642-4B0A-A1E8-208F44F9BB23}" type="pres">
      <dgm:prSet presAssocID="{9327BD83-BED3-4BD1-82BD-DA346C5BDB3E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6040D100-2D3F-4002-A8EB-0C759F4C3A68}" type="presOf" srcId="{E83F6268-39A3-4D22-8D1E-56F70C161E58}" destId="{D49D02AC-E61C-4A5A-A8D3-366798B979FD}" srcOrd="0" destOrd="0" presId="urn:microsoft.com/office/officeart/2005/8/layout/vList2"/>
    <dgm:cxn modelId="{72A45305-3A57-4B42-8472-F99FDBCD0F93}" type="presOf" srcId="{24E1AE63-DDB5-4DA8-9157-4D0F7245AF83}" destId="{9239FFC1-87E7-4067-A7E8-DBFE396FB2E3}" srcOrd="0" destOrd="0" presId="urn:microsoft.com/office/officeart/2005/8/layout/vList2"/>
    <dgm:cxn modelId="{1CC9FA11-0E25-4F41-B37A-F64499CAFDC4}" type="presOf" srcId="{CA8A9AE3-2E26-4459-8C9E-CE3812EB1747}" destId="{B6011506-9E92-4529-BEDC-07B4BCB230A2}" srcOrd="0" destOrd="0" presId="urn:microsoft.com/office/officeart/2005/8/layout/vList2"/>
    <dgm:cxn modelId="{4D76EE1C-5408-4B16-940E-088AEE9F29AB}" srcId="{CA8A9AE3-2E26-4459-8C9E-CE3812EB1747}" destId="{7EE50BA2-4941-4A27-B769-8F1AB775EDE3}" srcOrd="0" destOrd="0" parTransId="{E4C2748C-D04B-4821-9CE6-2D1DCEF36C4B}" sibTransId="{5229E351-A168-4D72-88AE-7810206BC25A}"/>
    <dgm:cxn modelId="{94798B21-29C8-4549-BAE7-32F6F7F846E0}" type="presOf" srcId="{F1B9ACEB-0639-4B31-B4E6-5231780D3689}" destId="{A8C124DA-0642-4B0A-A1E8-208F44F9BB23}" srcOrd="0" destOrd="0" presId="urn:microsoft.com/office/officeart/2005/8/layout/vList2"/>
    <dgm:cxn modelId="{7EF2542C-2C0E-4F55-88FA-80B655C70D7E}" srcId="{24E1AE63-DDB5-4DA8-9157-4D0F7245AF83}" destId="{CA8A9AE3-2E26-4459-8C9E-CE3812EB1747}" srcOrd="0" destOrd="0" parTransId="{F5F59E84-BB98-4BCD-ABD9-CD83228D7426}" sibTransId="{42B64917-C485-4B10-AC0A-81AC0C87BA6E}"/>
    <dgm:cxn modelId="{857F5433-AA34-4F1C-BFA2-7926631E3E1A}" srcId="{9327BD83-BED3-4BD1-82BD-DA346C5BDB3E}" destId="{F1B9ACEB-0639-4B31-B4E6-5231780D3689}" srcOrd="0" destOrd="0" parTransId="{67160B58-963D-4EA9-9CD4-F73FEE1F7A5E}" sibTransId="{7B5A16F2-9106-4CAE-A2E2-128FD1D99939}"/>
    <dgm:cxn modelId="{D9E51836-493C-4C16-8E30-121B9D1ED96D}" srcId="{24E1AE63-DDB5-4DA8-9157-4D0F7245AF83}" destId="{A2A6F9B7-E949-429F-915F-6F861334AA1F}" srcOrd="1" destOrd="0" parTransId="{3A4C15CD-8D85-4851-BBD3-E2E9A0E3B3E3}" sibTransId="{9F9E24D5-EF6A-4002-A1C4-1CAB952BE94F}"/>
    <dgm:cxn modelId="{308E4163-3A87-4112-9ECF-26B2ADB022F6}" srcId="{24E1AE63-DDB5-4DA8-9157-4D0F7245AF83}" destId="{9327BD83-BED3-4BD1-82BD-DA346C5BDB3E}" srcOrd="2" destOrd="0" parTransId="{F8A3D947-9C20-4C7B-970D-B1C15BAA7632}" sibTransId="{EF9380E4-99B9-44C6-990B-0BFE34E15F64}"/>
    <dgm:cxn modelId="{0F3A956A-6543-4D24-BB1E-E819B5E4231B}" type="presOf" srcId="{9327BD83-BED3-4BD1-82BD-DA346C5BDB3E}" destId="{087E7649-6938-4A79-9C89-CD140279482F}" srcOrd="0" destOrd="0" presId="urn:microsoft.com/office/officeart/2005/8/layout/vList2"/>
    <dgm:cxn modelId="{632D1B59-2308-4198-9C21-DD5E1A89C442}" type="presOf" srcId="{A2A6F9B7-E949-429F-915F-6F861334AA1F}" destId="{AE15A054-3DAF-4D4F-AA63-D6CAF1ADCDE8}" srcOrd="0" destOrd="0" presId="urn:microsoft.com/office/officeart/2005/8/layout/vList2"/>
    <dgm:cxn modelId="{E5AAF3CE-0DC3-43BF-B773-99A98BC04268}" srcId="{A2A6F9B7-E949-429F-915F-6F861334AA1F}" destId="{E83F6268-39A3-4D22-8D1E-56F70C161E58}" srcOrd="0" destOrd="0" parTransId="{C506B2DD-60F3-4FB4-B048-655639791992}" sibTransId="{C81CC20E-F4D0-4E82-A510-F0FB038A8654}"/>
    <dgm:cxn modelId="{0BB82CE6-D32B-42DF-BA1D-2D17B5DC287F}" type="presOf" srcId="{7EE50BA2-4941-4A27-B769-8F1AB775EDE3}" destId="{DF5A6ECF-DCAE-416F-AC5E-B94E1EFA518C}" srcOrd="0" destOrd="0" presId="urn:microsoft.com/office/officeart/2005/8/layout/vList2"/>
    <dgm:cxn modelId="{F6764D35-A1E8-4CA7-AE9D-489A833B05F1}" type="presParOf" srcId="{9239FFC1-87E7-4067-A7E8-DBFE396FB2E3}" destId="{B6011506-9E92-4529-BEDC-07B4BCB230A2}" srcOrd="0" destOrd="0" presId="urn:microsoft.com/office/officeart/2005/8/layout/vList2"/>
    <dgm:cxn modelId="{3D94D963-9E8C-4083-843D-B870564AA0D8}" type="presParOf" srcId="{9239FFC1-87E7-4067-A7E8-DBFE396FB2E3}" destId="{DF5A6ECF-DCAE-416F-AC5E-B94E1EFA518C}" srcOrd="1" destOrd="0" presId="urn:microsoft.com/office/officeart/2005/8/layout/vList2"/>
    <dgm:cxn modelId="{B52F8A89-B8A2-4425-BA1D-60EE05052BA0}" type="presParOf" srcId="{9239FFC1-87E7-4067-A7E8-DBFE396FB2E3}" destId="{AE15A054-3DAF-4D4F-AA63-D6CAF1ADCDE8}" srcOrd="2" destOrd="0" presId="urn:microsoft.com/office/officeart/2005/8/layout/vList2"/>
    <dgm:cxn modelId="{6226F8A2-9FC6-4F6C-81BD-C94A3756BAED}" type="presParOf" srcId="{9239FFC1-87E7-4067-A7E8-DBFE396FB2E3}" destId="{D49D02AC-E61C-4A5A-A8D3-366798B979FD}" srcOrd="3" destOrd="0" presId="urn:microsoft.com/office/officeart/2005/8/layout/vList2"/>
    <dgm:cxn modelId="{FAF7CAB8-3967-4E58-8887-DC779F070368}" type="presParOf" srcId="{9239FFC1-87E7-4067-A7E8-DBFE396FB2E3}" destId="{087E7649-6938-4A79-9C89-CD140279482F}" srcOrd="4" destOrd="0" presId="urn:microsoft.com/office/officeart/2005/8/layout/vList2"/>
    <dgm:cxn modelId="{F8E8C8F8-4A43-4EF0-81C6-03B4A23730D9}" type="presParOf" srcId="{9239FFC1-87E7-4067-A7E8-DBFE396FB2E3}" destId="{A8C124DA-0642-4B0A-A1E8-208F44F9BB2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77BC7D3-9014-4040-9A88-A38D4B75A8C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6877D8D-2A15-48CF-836D-62FA6CD7FC12}">
      <dgm:prSet/>
      <dgm:spPr/>
      <dgm:t>
        <a:bodyPr/>
        <a:lstStyle/>
        <a:p>
          <a:r>
            <a:rPr lang="en-US"/>
            <a:t>Connexion (formulaire)</a:t>
          </a:r>
        </a:p>
      </dgm:t>
    </dgm:pt>
    <dgm:pt modelId="{CEF1F6E4-7B05-4004-AD30-452F1A0C6F7A}" type="parTrans" cxnId="{87A832F6-B597-4BF5-A3E3-D25B8EEB9D59}">
      <dgm:prSet/>
      <dgm:spPr/>
      <dgm:t>
        <a:bodyPr/>
        <a:lstStyle/>
        <a:p>
          <a:endParaRPr lang="en-US"/>
        </a:p>
      </dgm:t>
    </dgm:pt>
    <dgm:pt modelId="{8AF2871A-C711-44D4-909D-559996EE91AD}" type="sibTrans" cxnId="{87A832F6-B597-4BF5-A3E3-D25B8EEB9D59}">
      <dgm:prSet/>
      <dgm:spPr/>
      <dgm:t>
        <a:bodyPr/>
        <a:lstStyle/>
        <a:p>
          <a:endParaRPr lang="en-US"/>
        </a:p>
      </dgm:t>
    </dgm:pt>
    <dgm:pt modelId="{71E41695-44C8-49CC-B6C8-BB00C0803C76}">
      <dgm:prSet/>
      <dgm:spPr/>
      <dgm:t>
        <a:bodyPr/>
        <a:lstStyle/>
        <a:p>
          <a:r>
            <a:rPr lang="en-US"/>
            <a:t>Logique : connecteurs, tables de vérité, équivalences utiles</a:t>
          </a:r>
        </a:p>
      </dgm:t>
    </dgm:pt>
    <dgm:pt modelId="{63FE13CD-6CEC-4647-8C34-A45B3A3145B4}" type="parTrans" cxnId="{BACC85B8-EC38-484B-BC6F-60EB08BDD211}">
      <dgm:prSet/>
      <dgm:spPr/>
      <dgm:t>
        <a:bodyPr/>
        <a:lstStyle/>
        <a:p>
          <a:endParaRPr lang="en-US"/>
        </a:p>
      </dgm:t>
    </dgm:pt>
    <dgm:pt modelId="{DD21E5A4-EEFC-4BEC-9B49-CC7293FC7197}" type="sibTrans" cxnId="{BACC85B8-EC38-484B-BC6F-60EB08BDD211}">
      <dgm:prSet/>
      <dgm:spPr/>
      <dgm:t>
        <a:bodyPr/>
        <a:lstStyle/>
        <a:p>
          <a:endParaRPr lang="en-US"/>
        </a:p>
      </dgm:t>
    </dgm:pt>
    <dgm:pt modelId="{09E2CF9F-C0F7-425E-8FFA-35C18257480C}">
      <dgm:prSet/>
      <dgm:spPr/>
      <dgm:t>
        <a:bodyPr/>
        <a:lstStyle/>
        <a:p>
          <a:r>
            <a:rPr lang="en-US"/>
            <a:t>Atelier : traduire des conditions claires</a:t>
          </a:r>
        </a:p>
      </dgm:t>
    </dgm:pt>
    <dgm:pt modelId="{6D409542-5E3F-4FDD-BD78-BCAD20B66C0C}" type="parTrans" cxnId="{FAE7932A-2162-4A86-AC2B-E75D719D64D4}">
      <dgm:prSet/>
      <dgm:spPr/>
      <dgm:t>
        <a:bodyPr/>
        <a:lstStyle/>
        <a:p>
          <a:endParaRPr lang="en-US"/>
        </a:p>
      </dgm:t>
    </dgm:pt>
    <dgm:pt modelId="{B79E6034-B0DC-4120-9655-E6D85C18989E}" type="sibTrans" cxnId="{FAE7932A-2162-4A86-AC2B-E75D719D64D4}">
      <dgm:prSet/>
      <dgm:spPr/>
      <dgm:t>
        <a:bodyPr/>
        <a:lstStyle/>
        <a:p>
          <a:endParaRPr lang="en-US"/>
        </a:p>
      </dgm:t>
    </dgm:pt>
    <dgm:pt modelId="{30D4705D-81AF-4DA3-9004-14639921248E}">
      <dgm:prSet/>
      <dgm:spPr/>
      <dgm:t>
        <a:bodyPr/>
        <a:lstStyle/>
        <a:p>
          <a:r>
            <a:rPr lang="en-US"/>
            <a:t>Ticket de sortie</a:t>
          </a:r>
        </a:p>
      </dgm:t>
    </dgm:pt>
    <dgm:pt modelId="{6213E6F5-2E41-49FE-A4DE-F2A432F3CEC0}" type="parTrans" cxnId="{65A0EFA5-D2CE-4C9E-A9B0-DD3214F2EC14}">
      <dgm:prSet/>
      <dgm:spPr/>
      <dgm:t>
        <a:bodyPr/>
        <a:lstStyle/>
        <a:p>
          <a:endParaRPr lang="en-US"/>
        </a:p>
      </dgm:t>
    </dgm:pt>
    <dgm:pt modelId="{DE7C811D-163F-4CA9-A6D3-1F456668933A}" type="sibTrans" cxnId="{65A0EFA5-D2CE-4C9E-A9B0-DD3214F2EC14}">
      <dgm:prSet/>
      <dgm:spPr/>
      <dgm:t>
        <a:bodyPr/>
        <a:lstStyle/>
        <a:p>
          <a:endParaRPr lang="en-US"/>
        </a:p>
      </dgm:t>
    </dgm:pt>
    <dgm:pt modelId="{624155E2-2B68-49A2-8E33-AD1E08B47FD0}" type="pres">
      <dgm:prSet presAssocID="{E77BC7D3-9014-4040-9A88-A38D4B75A8C9}" presName="linear" presStyleCnt="0">
        <dgm:presLayoutVars>
          <dgm:animLvl val="lvl"/>
          <dgm:resizeHandles val="exact"/>
        </dgm:presLayoutVars>
      </dgm:prSet>
      <dgm:spPr/>
    </dgm:pt>
    <dgm:pt modelId="{0250A128-D03F-4D3A-B7CC-B2526834548A}" type="pres">
      <dgm:prSet presAssocID="{46877D8D-2A15-48CF-836D-62FA6CD7FC1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0FD2BEB-FC59-45CA-A899-F191A9F62837}" type="pres">
      <dgm:prSet presAssocID="{8AF2871A-C711-44D4-909D-559996EE91AD}" presName="spacer" presStyleCnt="0"/>
      <dgm:spPr/>
    </dgm:pt>
    <dgm:pt modelId="{4D9170BC-9F8A-4522-9B33-85BB78E636C7}" type="pres">
      <dgm:prSet presAssocID="{71E41695-44C8-49CC-B6C8-BB00C0803C7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094932D-52DE-4026-B37F-663EDFC7F42E}" type="pres">
      <dgm:prSet presAssocID="{DD21E5A4-EEFC-4BEC-9B49-CC7293FC7197}" presName="spacer" presStyleCnt="0"/>
      <dgm:spPr/>
    </dgm:pt>
    <dgm:pt modelId="{F9536675-F485-47F7-9265-5954574986F3}" type="pres">
      <dgm:prSet presAssocID="{09E2CF9F-C0F7-425E-8FFA-35C18257480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FEC1DFE-4A95-47B4-88D5-44F0DA40F5AB}" type="pres">
      <dgm:prSet presAssocID="{B79E6034-B0DC-4120-9655-E6D85C18989E}" presName="spacer" presStyleCnt="0"/>
      <dgm:spPr/>
    </dgm:pt>
    <dgm:pt modelId="{6D143B6C-6CFB-49AA-BC47-F56AC6C82733}" type="pres">
      <dgm:prSet presAssocID="{30D4705D-81AF-4DA3-9004-14639921248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E10C213-32A9-4A80-A114-9718EA8CD976}" type="presOf" srcId="{E77BC7D3-9014-4040-9A88-A38D4B75A8C9}" destId="{624155E2-2B68-49A2-8E33-AD1E08B47FD0}" srcOrd="0" destOrd="0" presId="urn:microsoft.com/office/officeart/2005/8/layout/vList2"/>
    <dgm:cxn modelId="{FAE7932A-2162-4A86-AC2B-E75D719D64D4}" srcId="{E77BC7D3-9014-4040-9A88-A38D4B75A8C9}" destId="{09E2CF9F-C0F7-425E-8FFA-35C18257480C}" srcOrd="2" destOrd="0" parTransId="{6D409542-5E3F-4FDD-BD78-BCAD20B66C0C}" sibTransId="{B79E6034-B0DC-4120-9655-E6D85C18989E}"/>
    <dgm:cxn modelId="{BC4D842B-ADBB-4569-A3E8-DAEB101A7B11}" type="presOf" srcId="{46877D8D-2A15-48CF-836D-62FA6CD7FC12}" destId="{0250A128-D03F-4D3A-B7CC-B2526834548A}" srcOrd="0" destOrd="0" presId="urn:microsoft.com/office/officeart/2005/8/layout/vList2"/>
    <dgm:cxn modelId="{9061A899-56E0-4945-BB68-EC7F104C37C3}" type="presOf" srcId="{30D4705D-81AF-4DA3-9004-14639921248E}" destId="{6D143B6C-6CFB-49AA-BC47-F56AC6C82733}" srcOrd="0" destOrd="0" presId="urn:microsoft.com/office/officeart/2005/8/layout/vList2"/>
    <dgm:cxn modelId="{222E4CA2-DD09-4181-A098-078957EB3AF3}" type="presOf" srcId="{09E2CF9F-C0F7-425E-8FFA-35C18257480C}" destId="{F9536675-F485-47F7-9265-5954574986F3}" srcOrd="0" destOrd="0" presId="urn:microsoft.com/office/officeart/2005/8/layout/vList2"/>
    <dgm:cxn modelId="{65A0EFA5-D2CE-4C9E-A9B0-DD3214F2EC14}" srcId="{E77BC7D3-9014-4040-9A88-A38D4B75A8C9}" destId="{30D4705D-81AF-4DA3-9004-14639921248E}" srcOrd="3" destOrd="0" parTransId="{6213E6F5-2E41-49FE-A4DE-F2A432F3CEC0}" sibTransId="{DE7C811D-163F-4CA9-A6D3-1F456668933A}"/>
    <dgm:cxn modelId="{577A8DB6-BF87-401C-AD92-B307B339CEDC}" type="presOf" srcId="{71E41695-44C8-49CC-B6C8-BB00C0803C76}" destId="{4D9170BC-9F8A-4522-9B33-85BB78E636C7}" srcOrd="0" destOrd="0" presId="urn:microsoft.com/office/officeart/2005/8/layout/vList2"/>
    <dgm:cxn modelId="{BACC85B8-EC38-484B-BC6F-60EB08BDD211}" srcId="{E77BC7D3-9014-4040-9A88-A38D4B75A8C9}" destId="{71E41695-44C8-49CC-B6C8-BB00C0803C76}" srcOrd="1" destOrd="0" parTransId="{63FE13CD-6CEC-4647-8C34-A45B3A3145B4}" sibTransId="{DD21E5A4-EEFC-4BEC-9B49-CC7293FC7197}"/>
    <dgm:cxn modelId="{87A832F6-B597-4BF5-A3E3-D25B8EEB9D59}" srcId="{E77BC7D3-9014-4040-9A88-A38D4B75A8C9}" destId="{46877D8D-2A15-48CF-836D-62FA6CD7FC12}" srcOrd="0" destOrd="0" parTransId="{CEF1F6E4-7B05-4004-AD30-452F1A0C6F7A}" sibTransId="{8AF2871A-C711-44D4-909D-559996EE91AD}"/>
    <dgm:cxn modelId="{F973A897-D82C-4A1B-8348-49C36CDEBED9}" type="presParOf" srcId="{624155E2-2B68-49A2-8E33-AD1E08B47FD0}" destId="{0250A128-D03F-4D3A-B7CC-B2526834548A}" srcOrd="0" destOrd="0" presId="urn:microsoft.com/office/officeart/2005/8/layout/vList2"/>
    <dgm:cxn modelId="{0B67B143-93ED-45FF-BC33-1F0E98ABCE92}" type="presParOf" srcId="{624155E2-2B68-49A2-8E33-AD1E08B47FD0}" destId="{80FD2BEB-FC59-45CA-A899-F191A9F62837}" srcOrd="1" destOrd="0" presId="urn:microsoft.com/office/officeart/2005/8/layout/vList2"/>
    <dgm:cxn modelId="{31612584-4C1E-4689-B91E-435F0810FA32}" type="presParOf" srcId="{624155E2-2B68-49A2-8E33-AD1E08B47FD0}" destId="{4D9170BC-9F8A-4522-9B33-85BB78E636C7}" srcOrd="2" destOrd="0" presId="urn:microsoft.com/office/officeart/2005/8/layout/vList2"/>
    <dgm:cxn modelId="{8D3C07BA-7B6E-43FB-A984-CF1829EB61AA}" type="presParOf" srcId="{624155E2-2B68-49A2-8E33-AD1E08B47FD0}" destId="{0094932D-52DE-4026-B37F-663EDFC7F42E}" srcOrd="3" destOrd="0" presId="urn:microsoft.com/office/officeart/2005/8/layout/vList2"/>
    <dgm:cxn modelId="{6A2D5DE1-BA1E-4753-94CB-2AA485B994F8}" type="presParOf" srcId="{624155E2-2B68-49A2-8E33-AD1E08B47FD0}" destId="{F9536675-F485-47F7-9265-5954574986F3}" srcOrd="4" destOrd="0" presId="urn:microsoft.com/office/officeart/2005/8/layout/vList2"/>
    <dgm:cxn modelId="{6B42067C-BD2E-464D-8C17-7B5C08969EE5}" type="presParOf" srcId="{624155E2-2B68-49A2-8E33-AD1E08B47FD0}" destId="{DFEC1DFE-4A95-47B4-88D5-44F0DA40F5AB}" srcOrd="5" destOrd="0" presId="urn:microsoft.com/office/officeart/2005/8/layout/vList2"/>
    <dgm:cxn modelId="{D9EB0882-3084-460D-9C64-BD1E7EC02EE3}" type="presParOf" srcId="{624155E2-2B68-49A2-8E33-AD1E08B47FD0}" destId="{6D143B6C-6CFB-49AA-BC47-F56AC6C8273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A66C50E-396D-4A4D-8A33-D05E4973F04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4DB90EF-8FA2-4B45-81C7-DC8DDBB4AD43}">
      <dgm:prSet/>
      <dgm:spPr/>
      <dgm:t>
        <a:bodyPr/>
        <a:lstStyle/>
        <a:p>
          <a:pPr>
            <a:defRPr cap="all"/>
          </a:pPr>
          <a:r>
            <a:rPr lang="en-US" b="1"/>
            <a:t>On apprend en faisant — par petites étapes et sans peur de se tromper.</a:t>
          </a:r>
          <a:endParaRPr lang="en-US"/>
        </a:p>
      </dgm:t>
    </dgm:pt>
    <dgm:pt modelId="{CBF72859-84AD-4683-8984-E2AA67E07C40}" type="parTrans" cxnId="{6C0FEAE1-0EEF-437A-BC8C-D90F329E9EC5}">
      <dgm:prSet/>
      <dgm:spPr/>
      <dgm:t>
        <a:bodyPr/>
        <a:lstStyle/>
        <a:p>
          <a:endParaRPr lang="en-US"/>
        </a:p>
      </dgm:t>
    </dgm:pt>
    <dgm:pt modelId="{432CAB14-BE0F-4F61-BAF4-5DB250422227}" type="sibTrans" cxnId="{6C0FEAE1-0EEF-437A-BC8C-D90F329E9EC5}">
      <dgm:prSet/>
      <dgm:spPr/>
      <dgm:t>
        <a:bodyPr/>
        <a:lstStyle/>
        <a:p>
          <a:endParaRPr lang="en-US"/>
        </a:p>
      </dgm:t>
    </dgm:pt>
    <dgm:pt modelId="{D7005013-B3BB-4AFB-98D1-B2438D3D3D03}">
      <dgm:prSet/>
      <dgm:spPr/>
      <dgm:t>
        <a:bodyPr/>
        <a:lstStyle/>
        <a:p>
          <a:pPr>
            <a:defRPr cap="all"/>
          </a:pPr>
          <a:r>
            <a:rPr lang="en-US"/>
            <a:t>Bienvenue !</a:t>
          </a:r>
        </a:p>
      </dgm:t>
    </dgm:pt>
    <dgm:pt modelId="{A2D098E2-AF9F-4408-9D8E-F3E9CEE55813}" type="parTrans" cxnId="{8D6DBCCB-19A2-446D-A6AA-55732196C841}">
      <dgm:prSet/>
      <dgm:spPr/>
      <dgm:t>
        <a:bodyPr/>
        <a:lstStyle/>
        <a:p>
          <a:endParaRPr lang="en-US"/>
        </a:p>
      </dgm:t>
    </dgm:pt>
    <dgm:pt modelId="{B7F98DB6-7B6B-436F-A98C-D5E1B8E0B2FC}" type="sibTrans" cxnId="{8D6DBCCB-19A2-446D-A6AA-55732196C841}">
      <dgm:prSet/>
      <dgm:spPr/>
      <dgm:t>
        <a:bodyPr/>
        <a:lstStyle/>
        <a:p>
          <a:endParaRPr lang="en-US"/>
        </a:p>
      </dgm:t>
    </dgm:pt>
    <dgm:pt modelId="{86B6782C-8A0F-4E61-AD3D-9F94B9D3B5B5}" type="pres">
      <dgm:prSet presAssocID="{AA66C50E-396D-4A4D-8A33-D05E4973F04A}" presName="root" presStyleCnt="0">
        <dgm:presLayoutVars>
          <dgm:dir/>
          <dgm:resizeHandles val="exact"/>
        </dgm:presLayoutVars>
      </dgm:prSet>
      <dgm:spPr/>
    </dgm:pt>
    <dgm:pt modelId="{5B16D8D3-1A85-443B-BD52-D844F211F67C}" type="pres">
      <dgm:prSet presAssocID="{C4DB90EF-8FA2-4B45-81C7-DC8DDBB4AD43}" presName="compNode" presStyleCnt="0"/>
      <dgm:spPr/>
    </dgm:pt>
    <dgm:pt modelId="{34B49640-8288-4F5B-BA84-70E7262B8D2C}" type="pres">
      <dgm:prSet presAssocID="{C4DB90EF-8FA2-4B45-81C7-DC8DDBB4AD43}" presName="iconBgRect" presStyleLbl="bgShp" presStyleIdx="0" presStyleCnt="2"/>
      <dgm:spPr/>
    </dgm:pt>
    <dgm:pt modelId="{482594E8-8AF3-42C4-B277-F1CD8CFA87AE}" type="pres">
      <dgm:prSet presAssocID="{C4DB90EF-8FA2-4B45-81C7-DC8DDBB4AD4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CA19F40E-1795-49D1-B9A9-C1274A0A2667}" type="pres">
      <dgm:prSet presAssocID="{C4DB90EF-8FA2-4B45-81C7-DC8DDBB4AD43}" presName="spaceRect" presStyleCnt="0"/>
      <dgm:spPr/>
    </dgm:pt>
    <dgm:pt modelId="{6DA0FAE5-7164-4B03-9FB4-99AFE58BFC76}" type="pres">
      <dgm:prSet presAssocID="{C4DB90EF-8FA2-4B45-81C7-DC8DDBB4AD43}" presName="textRect" presStyleLbl="revTx" presStyleIdx="0" presStyleCnt="2">
        <dgm:presLayoutVars>
          <dgm:chMax val="1"/>
          <dgm:chPref val="1"/>
        </dgm:presLayoutVars>
      </dgm:prSet>
      <dgm:spPr/>
    </dgm:pt>
    <dgm:pt modelId="{A22FC418-F3B1-42B5-A7BB-C1190BA68E35}" type="pres">
      <dgm:prSet presAssocID="{432CAB14-BE0F-4F61-BAF4-5DB250422227}" presName="sibTrans" presStyleCnt="0"/>
      <dgm:spPr/>
    </dgm:pt>
    <dgm:pt modelId="{B0F9ED27-841C-4DA2-9215-0F3168B0ED70}" type="pres">
      <dgm:prSet presAssocID="{D7005013-B3BB-4AFB-98D1-B2438D3D3D03}" presName="compNode" presStyleCnt="0"/>
      <dgm:spPr/>
    </dgm:pt>
    <dgm:pt modelId="{CA11E0ED-46CB-4488-A169-7DDBC8980EE2}" type="pres">
      <dgm:prSet presAssocID="{D7005013-B3BB-4AFB-98D1-B2438D3D3D03}" presName="iconBgRect" presStyleLbl="bgShp" presStyleIdx="1" presStyleCnt="2"/>
      <dgm:spPr/>
    </dgm:pt>
    <dgm:pt modelId="{B8228785-CFD0-4503-B9BE-B93722571B0A}" type="pres">
      <dgm:prSet presAssocID="{D7005013-B3BB-4AFB-98D1-B2438D3D3D0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oons"/>
        </a:ext>
      </dgm:extLst>
    </dgm:pt>
    <dgm:pt modelId="{C17EFE42-82F7-42CD-AF9E-5E3D52DF8139}" type="pres">
      <dgm:prSet presAssocID="{D7005013-B3BB-4AFB-98D1-B2438D3D3D03}" presName="spaceRect" presStyleCnt="0"/>
      <dgm:spPr/>
    </dgm:pt>
    <dgm:pt modelId="{D9BF9B60-1115-4940-B185-60082576C2A2}" type="pres">
      <dgm:prSet presAssocID="{D7005013-B3BB-4AFB-98D1-B2438D3D3D0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428ED6B-1B6C-43FD-B02D-8B426B50F17B}" type="presOf" srcId="{C4DB90EF-8FA2-4B45-81C7-DC8DDBB4AD43}" destId="{6DA0FAE5-7164-4B03-9FB4-99AFE58BFC76}" srcOrd="0" destOrd="0" presId="urn:microsoft.com/office/officeart/2018/5/layout/IconCircleLabelList"/>
    <dgm:cxn modelId="{9AD3048B-F91D-4B47-B2FE-7B4A97FBCAE3}" type="presOf" srcId="{AA66C50E-396D-4A4D-8A33-D05E4973F04A}" destId="{86B6782C-8A0F-4E61-AD3D-9F94B9D3B5B5}" srcOrd="0" destOrd="0" presId="urn:microsoft.com/office/officeart/2018/5/layout/IconCircleLabelList"/>
    <dgm:cxn modelId="{8D6DBCCB-19A2-446D-A6AA-55732196C841}" srcId="{AA66C50E-396D-4A4D-8A33-D05E4973F04A}" destId="{D7005013-B3BB-4AFB-98D1-B2438D3D3D03}" srcOrd="1" destOrd="0" parTransId="{A2D098E2-AF9F-4408-9D8E-F3E9CEE55813}" sibTransId="{B7F98DB6-7B6B-436F-A98C-D5E1B8E0B2FC}"/>
    <dgm:cxn modelId="{6C0FEAE1-0EEF-437A-BC8C-D90F329E9EC5}" srcId="{AA66C50E-396D-4A4D-8A33-D05E4973F04A}" destId="{C4DB90EF-8FA2-4B45-81C7-DC8DDBB4AD43}" srcOrd="0" destOrd="0" parTransId="{CBF72859-84AD-4683-8984-E2AA67E07C40}" sibTransId="{432CAB14-BE0F-4F61-BAF4-5DB250422227}"/>
    <dgm:cxn modelId="{71B2AAEA-FBD6-4C4B-87DD-8301CEF90AF2}" type="presOf" srcId="{D7005013-B3BB-4AFB-98D1-B2438D3D3D03}" destId="{D9BF9B60-1115-4940-B185-60082576C2A2}" srcOrd="0" destOrd="0" presId="urn:microsoft.com/office/officeart/2018/5/layout/IconCircleLabelList"/>
    <dgm:cxn modelId="{66D7D45D-FD86-42DF-B539-5B5B1E6940AC}" type="presParOf" srcId="{86B6782C-8A0F-4E61-AD3D-9F94B9D3B5B5}" destId="{5B16D8D3-1A85-443B-BD52-D844F211F67C}" srcOrd="0" destOrd="0" presId="urn:microsoft.com/office/officeart/2018/5/layout/IconCircleLabelList"/>
    <dgm:cxn modelId="{4D1AD9AB-1AD4-416F-B400-B91A895FC068}" type="presParOf" srcId="{5B16D8D3-1A85-443B-BD52-D844F211F67C}" destId="{34B49640-8288-4F5B-BA84-70E7262B8D2C}" srcOrd="0" destOrd="0" presId="urn:microsoft.com/office/officeart/2018/5/layout/IconCircleLabelList"/>
    <dgm:cxn modelId="{32451503-836F-4E69-8848-88D807DF13F1}" type="presParOf" srcId="{5B16D8D3-1A85-443B-BD52-D844F211F67C}" destId="{482594E8-8AF3-42C4-B277-F1CD8CFA87AE}" srcOrd="1" destOrd="0" presId="urn:microsoft.com/office/officeart/2018/5/layout/IconCircleLabelList"/>
    <dgm:cxn modelId="{24F24B99-FA37-4EFE-BE1E-52D88B4843B2}" type="presParOf" srcId="{5B16D8D3-1A85-443B-BD52-D844F211F67C}" destId="{CA19F40E-1795-49D1-B9A9-C1274A0A2667}" srcOrd="2" destOrd="0" presId="urn:microsoft.com/office/officeart/2018/5/layout/IconCircleLabelList"/>
    <dgm:cxn modelId="{2AFABD78-D5AB-4882-8B4F-52BB1C56690F}" type="presParOf" srcId="{5B16D8D3-1A85-443B-BD52-D844F211F67C}" destId="{6DA0FAE5-7164-4B03-9FB4-99AFE58BFC76}" srcOrd="3" destOrd="0" presId="urn:microsoft.com/office/officeart/2018/5/layout/IconCircleLabelList"/>
    <dgm:cxn modelId="{F1488D54-B63B-468A-9E7D-CE93EC13ACE4}" type="presParOf" srcId="{86B6782C-8A0F-4E61-AD3D-9F94B9D3B5B5}" destId="{A22FC418-F3B1-42B5-A7BB-C1190BA68E35}" srcOrd="1" destOrd="0" presId="urn:microsoft.com/office/officeart/2018/5/layout/IconCircleLabelList"/>
    <dgm:cxn modelId="{B045F7F6-6A86-4881-A20B-3EEC5AD65E00}" type="presParOf" srcId="{86B6782C-8A0F-4E61-AD3D-9F94B9D3B5B5}" destId="{B0F9ED27-841C-4DA2-9215-0F3168B0ED70}" srcOrd="2" destOrd="0" presId="urn:microsoft.com/office/officeart/2018/5/layout/IconCircleLabelList"/>
    <dgm:cxn modelId="{1F240F5F-18C0-4BB5-8135-503A81289B1F}" type="presParOf" srcId="{B0F9ED27-841C-4DA2-9215-0F3168B0ED70}" destId="{CA11E0ED-46CB-4488-A169-7DDBC8980EE2}" srcOrd="0" destOrd="0" presId="urn:microsoft.com/office/officeart/2018/5/layout/IconCircleLabelList"/>
    <dgm:cxn modelId="{D23BCA04-1DE3-40EA-9525-18D7C5BA3056}" type="presParOf" srcId="{B0F9ED27-841C-4DA2-9215-0F3168B0ED70}" destId="{B8228785-CFD0-4503-B9BE-B93722571B0A}" srcOrd="1" destOrd="0" presId="urn:microsoft.com/office/officeart/2018/5/layout/IconCircleLabelList"/>
    <dgm:cxn modelId="{48849C94-93A3-4C2E-9E5D-846D66DB3FBB}" type="presParOf" srcId="{B0F9ED27-841C-4DA2-9215-0F3168B0ED70}" destId="{C17EFE42-82F7-42CD-AF9E-5E3D52DF8139}" srcOrd="2" destOrd="0" presId="urn:microsoft.com/office/officeart/2018/5/layout/IconCircleLabelList"/>
    <dgm:cxn modelId="{DA716076-B199-4B73-8FF5-529AF4AE7402}" type="presParOf" srcId="{B0F9ED27-841C-4DA2-9215-0F3168B0ED70}" destId="{D9BF9B60-1115-4940-B185-60082576C2A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FB703A-63A2-4A02-961E-C3262EBD2642}">
      <dsp:nvSpPr>
        <dsp:cNvPr id="0" name=""/>
        <dsp:cNvSpPr/>
      </dsp:nvSpPr>
      <dsp:spPr>
        <a:xfrm>
          <a:off x="0" y="412339"/>
          <a:ext cx="5000124" cy="8751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Écrire des conditions justes (si/alors) = logique</a:t>
          </a:r>
        </a:p>
      </dsp:txBody>
      <dsp:txXfrm>
        <a:off x="42722" y="455061"/>
        <a:ext cx="4914680" cy="789716"/>
      </dsp:txXfrm>
    </dsp:sp>
    <dsp:sp modelId="{C2DC2FE3-E809-4936-91A9-6AA3E4C6ED43}">
      <dsp:nvSpPr>
        <dsp:cNvPr id="0" name=""/>
        <dsp:cNvSpPr/>
      </dsp:nvSpPr>
      <dsp:spPr>
        <a:xfrm>
          <a:off x="0" y="1350859"/>
          <a:ext cx="5000124" cy="875160"/>
        </a:xfrm>
        <a:prstGeom prst="roundRect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Données sans doublons, clés, relations = ensembles et fonctions</a:t>
          </a:r>
        </a:p>
      </dsp:txBody>
      <dsp:txXfrm>
        <a:off x="42722" y="1393581"/>
        <a:ext cx="4914680" cy="789716"/>
      </dsp:txXfrm>
    </dsp:sp>
    <dsp:sp modelId="{BB13FFB4-07D0-4149-9738-1F0D09277762}">
      <dsp:nvSpPr>
        <dsp:cNvPr id="0" name=""/>
        <dsp:cNvSpPr/>
      </dsp:nvSpPr>
      <dsp:spPr>
        <a:xfrm>
          <a:off x="0" y="2289379"/>
          <a:ext cx="5000124" cy="875160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Raisonner sur des algorithmes = invariants, récurrence (light)</a:t>
          </a:r>
        </a:p>
      </dsp:txBody>
      <dsp:txXfrm>
        <a:off x="42722" y="2332101"/>
        <a:ext cx="4914680" cy="789716"/>
      </dsp:txXfrm>
    </dsp:sp>
    <dsp:sp modelId="{CF666336-24EF-42BA-90DB-85C36AD088C5}">
      <dsp:nvSpPr>
        <dsp:cNvPr id="0" name=""/>
        <dsp:cNvSpPr/>
      </dsp:nvSpPr>
      <dsp:spPr>
        <a:xfrm>
          <a:off x="0" y="3227900"/>
          <a:ext cx="5000124" cy="875160"/>
        </a:xfrm>
        <a:prstGeom prst="roundRect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Évaluer des cas/exceptions = combinatoire &amp; probabilités</a:t>
          </a:r>
        </a:p>
      </dsp:txBody>
      <dsp:txXfrm>
        <a:off x="42722" y="3270622"/>
        <a:ext cx="4914680" cy="789716"/>
      </dsp:txXfrm>
    </dsp:sp>
    <dsp:sp modelId="{E90D91B3-4FA2-489C-B0C7-DB33087C21DF}">
      <dsp:nvSpPr>
        <dsp:cNvPr id="0" name=""/>
        <dsp:cNvSpPr/>
      </dsp:nvSpPr>
      <dsp:spPr>
        <a:xfrm>
          <a:off x="0" y="4166420"/>
          <a:ext cx="5000124" cy="87516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Comprendre les limites (temps/mémoire) = complexité (aperçu)</a:t>
          </a:r>
        </a:p>
      </dsp:txBody>
      <dsp:txXfrm>
        <a:off x="42722" y="4209142"/>
        <a:ext cx="4914680" cy="7897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0D9FF9-7440-4326-9EAE-C89EC8F7DAA7}">
      <dsp:nvSpPr>
        <dsp:cNvPr id="0" name=""/>
        <dsp:cNvSpPr/>
      </dsp:nvSpPr>
      <dsp:spPr>
        <a:xfrm>
          <a:off x="380014" y="1184"/>
          <a:ext cx="2019093" cy="121145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Lire et interpréter des propositions logiques</a:t>
          </a:r>
          <a:r>
            <a:rPr lang="fr-FR" sz="800" kern="1200" dirty="0"/>
            <a:t> - priorité des connecteurs, tables de vérité</a:t>
          </a:r>
          <a:endParaRPr lang="en-US" sz="800" kern="1200" dirty="0"/>
        </a:p>
      </dsp:txBody>
      <dsp:txXfrm>
        <a:off x="380014" y="1184"/>
        <a:ext cx="2019093" cy="1211455"/>
      </dsp:txXfrm>
    </dsp:sp>
    <dsp:sp modelId="{F45BC74E-78F2-4173-8E96-99EB15830AF7}">
      <dsp:nvSpPr>
        <dsp:cNvPr id="0" name=""/>
        <dsp:cNvSpPr/>
      </dsp:nvSpPr>
      <dsp:spPr>
        <a:xfrm>
          <a:off x="2601016" y="1184"/>
          <a:ext cx="2019093" cy="1211455"/>
        </a:xfrm>
        <a:prstGeom prst="rect">
          <a:avLst/>
        </a:prstGeom>
        <a:gradFill rotWithShape="0">
          <a:gsLst>
            <a:gs pos="0">
              <a:schemeClr val="accent5">
                <a:hueOff val="-965506"/>
                <a:satOff val="-2488"/>
                <a:lumOff val="-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65506"/>
                <a:satOff val="-2488"/>
                <a:lumOff val="-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65506"/>
                <a:satOff val="-2488"/>
                <a:lumOff val="-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Utiliser des équivalences clés</a:t>
          </a:r>
          <a:r>
            <a:rPr lang="fr-FR" sz="800" kern="1200" dirty="0"/>
            <a:t> - </a:t>
          </a:r>
          <a:r>
            <a:rPr lang="fr-FR" sz="800" kern="1200" dirty="0" err="1"/>
            <a:t>implication↔disjonction</a:t>
          </a:r>
          <a:r>
            <a:rPr lang="fr-FR" sz="800" kern="1200" dirty="0"/>
            <a:t>, De Morgan, contraposée (simplifier/justifier)</a:t>
          </a:r>
        </a:p>
      </dsp:txBody>
      <dsp:txXfrm>
        <a:off x="2601016" y="1184"/>
        <a:ext cx="2019093" cy="1211455"/>
      </dsp:txXfrm>
    </dsp:sp>
    <dsp:sp modelId="{7E96C4E8-ADFE-4271-B07A-8B33A5736872}">
      <dsp:nvSpPr>
        <dsp:cNvPr id="0" name=""/>
        <dsp:cNvSpPr/>
      </dsp:nvSpPr>
      <dsp:spPr>
        <a:xfrm>
          <a:off x="380014" y="1414549"/>
          <a:ext cx="2019093" cy="1211455"/>
        </a:xfrm>
        <a:prstGeom prst="rect">
          <a:avLst/>
        </a:prstGeom>
        <a:gradFill rotWithShape="0">
          <a:gsLst>
            <a:gs pos="0">
              <a:schemeClr val="accent5">
                <a:hueOff val="-1931012"/>
                <a:satOff val="-4977"/>
                <a:lumOff val="-33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931012"/>
                <a:satOff val="-4977"/>
                <a:lumOff val="-33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931012"/>
                <a:satOff val="-4977"/>
                <a:lumOff val="-33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Modéliser simplement un problème</a:t>
          </a:r>
          <a:r>
            <a:rPr lang="fr-FR" sz="800" kern="1200" dirty="0"/>
            <a:t> - ensembles, relations, fonctions ; passer du langage naturel à une forme claire</a:t>
          </a:r>
        </a:p>
      </dsp:txBody>
      <dsp:txXfrm>
        <a:off x="380014" y="1414549"/>
        <a:ext cx="2019093" cy="1211455"/>
      </dsp:txXfrm>
    </dsp:sp>
    <dsp:sp modelId="{C9F16DAC-DC70-4DF8-B82C-242FFB55A5AB}">
      <dsp:nvSpPr>
        <dsp:cNvPr id="0" name=""/>
        <dsp:cNvSpPr/>
      </dsp:nvSpPr>
      <dsp:spPr>
        <a:xfrm>
          <a:off x="2601016" y="1414549"/>
          <a:ext cx="2019093" cy="1211455"/>
        </a:xfrm>
        <a:prstGeom prst="rect">
          <a:avLst/>
        </a:prstGeom>
        <a:gradFill rotWithShape="0">
          <a:gsLst>
            <a:gs pos="0">
              <a:schemeClr val="accent5">
                <a:hueOff val="-2896518"/>
                <a:satOff val="-7465"/>
                <a:lumOff val="-50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896518"/>
                <a:satOff val="-7465"/>
                <a:lumOff val="-50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896518"/>
                <a:satOff val="-7465"/>
                <a:lumOff val="-50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Appliquer l’arithmétique des entiers</a:t>
          </a:r>
          <a:r>
            <a:rPr lang="fr-FR" sz="800" kern="1200" dirty="0"/>
            <a:t> - division euclidienne, PGCD, congruences (parité, périodicité, hachage simple)</a:t>
          </a:r>
        </a:p>
      </dsp:txBody>
      <dsp:txXfrm>
        <a:off x="2601016" y="1414549"/>
        <a:ext cx="2019093" cy="1211455"/>
      </dsp:txXfrm>
    </dsp:sp>
    <dsp:sp modelId="{A006F8BD-0E9B-4EA9-BAC0-F0888C48B9D5}">
      <dsp:nvSpPr>
        <dsp:cNvPr id="0" name=""/>
        <dsp:cNvSpPr/>
      </dsp:nvSpPr>
      <dsp:spPr>
        <a:xfrm>
          <a:off x="380014" y="2827914"/>
          <a:ext cx="2019093" cy="1211455"/>
        </a:xfrm>
        <a:prstGeom prst="rect">
          <a:avLst/>
        </a:prstGeom>
        <a:gradFill rotWithShape="0">
          <a:gsLst>
            <a:gs pos="0">
              <a:schemeClr val="accent5">
                <a:hueOff val="-3862025"/>
                <a:satOff val="-9954"/>
                <a:lumOff val="-672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862025"/>
                <a:satOff val="-9954"/>
                <a:lumOff val="-672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862025"/>
                <a:satOff val="-9954"/>
                <a:lumOff val="-672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Dénombrer des cas simples</a:t>
          </a:r>
          <a:r>
            <a:rPr lang="fr-FR" sz="800" kern="1200" dirty="0"/>
            <a:t> - produit, permutations/arrangements/combinaisons ; estimer la taille d’un espace</a:t>
          </a:r>
        </a:p>
      </dsp:txBody>
      <dsp:txXfrm>
        <a:off x="380014" y="2827914"/>
        <a:ext cx="2019093" cy="1211455"/>
      </dsp:txXfrm>
    </dsp:sp>
    <dsp:sp modelId="{C024C4EE-1426-4D10-A804-92687D67BF9A}">
      <dsp:nvSpPr>
        <dsp:cNvPr id="0" name=""/>
        <dsp:cNvSpPr/>
      </dsp:nvSpPr>
      <dsp:spPr>
        <a:xfrm>
          <a:off x="2601016" y="2827914"/>
          <a:ext cx="2019093" cy="1211455"/>
        </a:xfrm>
        <a:prstGeom prst="rect">
          <a:avLst/>
        </a:prstGeom>
        <a:gradFill rotWithShape="0">
          <a:gsLst>
            <a:gs pos="0">
              <a:schemeClr val="accent5">
                <a:hueOff val="-4827531"/>
                <a:satOff val="-12442"/>
                <a:lumOff val="-84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27531"/>
                <a:satOff val="-12442"/>
                <a:lumOff val="-84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27531"/>
                <a:satOff val="-12442"/>
                <a:lumOff val="-84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Calculer des probabilités élémentaires</a:t>
          </a:r>
          <a:r>
            <a:rPr lang="fr-FR" sz="800" kern="1200" dirty="0"/>
            <a:t> - espaces finis, indépendance ; Bernoulli/Binomiale ; interpréter l’espérance</a:t>
          </a:r>
        </a:p>
      </dsp:txBody>
      <dsp:txXfrm>
        <a:off x="2601016" y="2827914"/>
        <a:ext cx="2019093" cy="1211455"/>
      </dsp:txXfrm>
    </dsp:sp>
    <dsp:sp modelId="{E823EEAA-9C5C-4CD4-97F9-F77971E0351E}">
      <dsp:nvSpPr>
        <dsp:cNvPr id="0" name=""/>
        <dsp:cNvSpPr/>
      </dsp:nvSpPr>
      <dsp:spPr>
        <a:xfrm>
          <a:off x="380014" y="4241279"/>
          <a:ext cx="2019093" cy="1211455"/>
        </a:xfrm>
        <a:prstGeom prst="rect">
          <a:avLst/>
        </a:prstGeom>
        <a:gradFill rotWithShape="0">
          <a:gsLst>
            <a:gs pos="0">
              <a:schemeClr val="accent5">
                <a:hueOff val="-5793037"/>
                <a:satOff val="-14931"/>
                <a:lumOff val="-100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793037"/>
                <a:satOff val="-14931"/>
                <a:lumOff val="-100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793037"/>
                <a:satOff val="-14931"/>
                <a:lumOff val="-100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Expliquer une démarche courte de preuve</a:t>
          </a:r>
          <a:r>
            <a:rPr lang="fr-FR" sz="800" kern="1200" dirty="0"/>
            <a:t> - exemples/contre-exemples, contraposée, récurrence “douce”, invariants</a:t>
          </a:r>
        </a:p>
      </dsp:txBody>
      <dsp:txXfrm>
        <a:off x="380014" y="4241279"/>
        <a:ext cx="2019093" cy="1211455"/>
      </dsp:txXfrm>
    </dsp:sp>
    <dsp:sp modelId="{6179F21C-3E69-46CE-B57B-5B898D462E59}">
      <dsp:nvSpPr>
        <dsp:cNvPr id="0" name=""/>
        <dsp:cNvSpPr/>
      </dsp:nvSpPr>
      <dsp:spPr>
        <a:xfrm>
          <a:off x="2601016" y="4241279"/>
          <a:ext cx="2019093" cy="1211455"/>
        </a:xfrm>
        <a:prstGeom prst="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dirty="0"/>
            <a:t>Relier aux objets d’informatique</a:t>
          </a:r>
          <a:r>
            <a:rPr lang="fr-FR" sz="800" kern="1200" dirty="0"/>
            <a:t> - vocabulaire de base des graphes ; lire O/Ω/Θ pour comparer des approches</a:t>
          </a:r>
        </a:p>
      </dsp:txBody>
      <dsp:txXfrm>
        <a:off x="2601016" y="4241279"/>
        <a:ext cx="2019093" cy="12114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28CEA-DC5A-490E-A934-9C42822CBF5F}">
      <dsp:nvSpPr>
        <dsp:cNvPr id="0" name=""/>
        <dsp:cNvSpPr/>
      </dsp:nvSpPr>
      <dsp:spPr>
        <a:xfrm>
          <a:off x="0" y="188959"/>
          <a:ext cx="5000124" cy="5967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/>
            <a:t>Raisonnement logique</a:t>
          </a:r>
          <a:r>
            <a:rPr lang="fr-FR" sz="1500" kern="1200"/>
            <a:t> — connecteurs, tables de vérité, implication/équivalence, contraposée</a:t>
          </a:r>
          <a:endParaRPr lang="en-US" sz="1500" kern="1200" dirty="0"/>
        </a:p>
      </dsp:txBody>
      <dsp:txXfrm>
        <a:off x="29128" y="218087"/>
        <a:ext cx="4941868" cy="538444"/>
      </dsp:txXfrm>
    </dsp:sp>
    <dsp:sp modelId="{D3CC857E-636F-433A-B829-7CD08484D643}">
      <dsp:nvSpPr>
        <dsp:cNvPr id="0" name=""/>
        <dsp:cNvSpPr/>
      </dsp:nvSpPr>
      <dsp:spPr>
        <a:xfrm>
          <a:off x="0" y="828859"/>
          <a:ext cx="5000124" cy="596700"/>
        </a:xfrm>
        <a:prstGeom prst="roundRect">
          <a:avLst/>
        </a:prstGeom>
        <a:gradFill rotWithShape="0">
          <a:gsLst>
            <a:gs pos="0">
              <a:schemeClr val="accent2">
                <a:hueOff val="-207909"/>
                <a:satOff val="-11990"/>
                <a:lumOff val="123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207909"/>
                <a:satOff val="-11990"/>
                <a:lumOff val="123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207909"/>
                <a:satOff val="-11990"/>
                <a:lumOff val="123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/>
            <a:t>Modélisation discrète</a:t>
          </a:r>
          <a:r>
            <a:rPr lang="fr-FR" sz="1500" kern="1200"/>
            <a:t> — ensembles, relations, fonctions pour décrire des données/processus</a:t>
          </a:r>
        </a:p>
      </dsp:txBody>
      <dsp:txXfrm>
        <a:off x="29128" y="857987"/>
        <a:ext cx="4941868" cy="538444"/>
      </dsp:txXfrm>
    </dsp:sp>
    <dsp:sp modelId="{5690CC8A-EA71-4C96-831F-885718CD2AD5}">
      <dsp:nvSpPr>
        <dsp:cNvPr id="0" name=""/>
        <dsp:cNvSpPr/>
      </dsp:nvSpPr>
      <dsp:spPr>
        <a:xfrm>
          <a:off x="0" y="1468759"/>
          <a:ext cx="5000124" cy="596700"/>
        </a:xfrm>
        <a:prstGeom prst="roundRect">
          <a:avLst/>
        </a:prstGeom>
        <a:gradFill rotWithShape="0">
          <a:gsLst>
            <a:gs pos="0">
              <a:schemeClr val="accent2">
                <a:hueOff val="-415818"/>
                <a:satOff val="-23979"/>
                <a:lumOff val="24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15818"/>
                <a:satOff val="-23979"/>
                <a:lumOff val="24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15818"/>
                <a:satOff val="-23979"/>
                <a:lumOff val="24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/>
            <a:t>Arithmétique des entiers</a:t>
          </a:r>
          <a:r>
            <a:rPr lang="fr-FR" sz="1500" kern="1200"/>
            <a:t> — divisibilité, PGCD, congruences modulo (applications : parité, hachage simple)</a:t>
          </a:r>
        </a:p>
      </dsp:txBody>
      <dsp:txXfrm>
        <a:off x="29128" y="1497887"/>
        <a:ext cx="4941868" cy="538444"/>
      </dsp:txXfrm>
    </dsp:sp>
    <dsp:sp modelId="{27C85FE1-C40B-4CF5-941A-09E36AEE7807}">
      <dsp:nvSpPr>
        <dsp:cNvPr id="0" name=""/>
        <dsp:cNvSpPr/>
      </dsp:nvSpPr>
      <dsp:spPr>
        <a:xfrm>
          <a:off x="0" y="2108659"/>
          <a:ext cx="5000124" cy="596700"/>
        </a:xfrm>
        <a:prstGeom prst="roundRect">
          <a:avLst/>
        </a:prstGeom>
        <a:gradFill rotWithShape="0">
          <a:gsLst>
            <a:gs pos="0">
              <a:schemeClr val="accent2">
                <a:hueOff val="-623727"/>
                <a:satOff val="-35969"/>
                <a:lumOff val="369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623727"/>
                <a:satOff val="-35969"/>
                <a:lumOff val="369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623727"/>
                <a:satOff val="-35969"/>
                <a:lumOff val="369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/>
            <a:t>Combinatoire élémentaire</a:t>
          </a:r>
          <a:r>
            <a:rPr lang="fr-FR" sz="1500" kern="1200"/>
            <a:t> — principe multiplicatif, permutations/arrangements/combinaisons ; estimation de cas</a:t>
          </a:r>
        </a:p>
      </dsp:txBody>
      <dsp:txXfrm>
        <a:off x="29128" y="2137787"/>
        <a:ext cx="4941868" cy="538444"/>
      </dsp:txXfrm>
    </dsp:sp>
    <dsp:sp modelId="{5A8DAFD9-B741-48B3-BBA2-72DBB201FC13}">
      <dsp:nvSpPr>
        <dsp:cNvPr id="0" name=""/>
        <dsp:cNvSpPr/>
      </dsp:nvSpPr>
      <dsp:spPr>
        <a:xfrm>
          <a:off x="0" y="2748559"/>
          <a:ext cx="5000124" cy="596700"/>
        </a:xfrm>
        <a:prstGeom prst="roundRect">
          <a:avLst/>
        </a:prstGeom>
        <a:gradFill rotWithShape="0">
          <a:gsLst>
            <a:gs pos="0">
              <a:schemeClr val="accent2">
                <a:hueOff val="-831636"/>
                <a:satOff val="-47959"/>
                <a:lumOff val="49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31636"/>
                <a:satOff val="-47959"/>
                <a:lumOff val="49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31636"/>
                <a:satOff val="-47959"/>
                <a:lumOff val="49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/>
            <a:t>Probabilités discrètes</a:t>
          </a:r>
          <a:r>
            <a:rPr lang="fr-FR" sz="1500" kern="1200"/>
            <a:t> — événements, indépendance, Bernoulli/Binomiale, espérance (lecture de risques)</a:t>
          </a:r>
        </a:p>
      </dsp:txBody>
      <dsp:txXfrm>
        <a:off x="29128" y="2777687"/>
        <a:ext cx="4941868" cy="538444"/>
      </dsp:txXfrm>
    </dsp:sp>
    <dsp:sp modelId="{151388B3-4A07-4973-87CD-5FB6C7C38CE6}">
      <dsp:nvSpPr>
        <dsp:cNvPr id="0" name=""/>
        <dsp:cNvSpPr/>
      </dsp:nvSpPr>
      <dsp:spPr>
        <a:xfrm>
          <a:off x="0" y="3388460"/>
          <a:ext cx="5000124" cy="596700"/>
        </a:xfrm>
        <a:prstGeom prst="roundRect">
          <a:avLst/>
        </a:prstGeom>
        <a:gradFill rotWithShape="0">
          <a:gsLst>
            <a:gs pos="0">
              <a:schemeClr val="accent2">
                <a:hueOff val="-1039545"/>
                <a:satOff val="-59949"/>
                <a:lumOff val="616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39545"/>
                <a:satOff val="-59949"/>
                <a:lumOff val="616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39545"/>
                <a:satOff val="-59949"/>
                <a:lumOff val="616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/>
            <a:t>Induction &amp; invariants (initiation)</a:t>
          </a:r>
          <a:r>
            <a:rPr lang="fr-FR" sz="1500" kern="1200"/>
            <a:t> — justifier brièvement une boucle/suite simple</a:t>
          </a:r>
        </a:p>
      </dsp:txBody>
      <dsp:txXfrm>
        <a:off x="29128" y="3417588"/>
        <a:ext cx="4941868" cy="538444"/>
      </dsp:txXfrm>
    </dsp:sp>
    <dsp:sp modelId="{8879DF47-3035-464C-AC0A-CE5034B17FAA}">
      <dsp:nvSpPr>
        <dsp:cNvPr id="0" name=""/>
        <dsp:cNvSpPr/>
      </dsp:nvSpPr>
      <dsp:spPr>
        <a:xfrm>
          <a:off x="0" y="4028360"/>
          <a:ext cx="5000124" cy="596700"/>
        </a:xfrm>
        <a:prstGeom prst="roundRect">
          <a:avLst/>
        </a:prstGeom>
        <a:gradFill rotWithShape="0">
          <a:gsLst>
            <a:gs pos="0">
              <a:schemeClr val="accent2">
                <a:hueOff val="-1247454"/>
                <a:satOff val="-71938"/>
                <a:lumOff val="739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247454"/>
                <a:satOff val="-71938"/>
                <a:lumOff val="739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247454"/>
                <a:satOff val="-71938"/>
                <a:lumOff val="739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/>
            <a:t>Graphes — notions</a:t>
          </a:r>
          <a:r>
            <a:rPr lang="fr-FR" sz="1500" kern="1200"/>
            <a:t> — vocabulaire, exemples (chemins, arbres) en lien avec l’algorithmique</a:t>
          </a:r>
        </a:p>
      </dsp:txBody>
      <dsp:txXfrm>
        <a:off x="29128" y="4057488"/>
        <a:ext cx="4941868" cy="538444"/>
      </dsp:txXfrm>
    </dsp:sp>
    <dsp:sp modelId="{1FFD442F-2620-43DC-B619-57BD78E05143}">
      <dsp:nvSpPr>
        <dsp:cNvPr id="0" name=""/>
        <dsp:cNvSpPr/>
      </dsp:nvSpPr>
      <dsp:spPr>
        <a:xfrm>
          <a:off x="0" y="4668260"/>
          <a:ext cx="5000124" cy="59670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b="1" kern="1200"/>
            <a:t>Complexité — intuition</a:t>
          </a:r>
          <a:r>
            <a:rPr lang="fr-FR" sz="1500" kern="1200"/>
            <a:t> — lire O/Ω/Θ pour comparer des croissances simples</a:t>
          </a:r>
        </a:p>
      </dsp:txBody>
      <dsp:txXfrm>
        <a:off x="29128" y="4697388"/>
        <a:ext cx="4941868" cy="5384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AC0178-3A34-41E4-BDAC-3A7408618F7B}">
      <dsp:nvSpPr>
        <dsp:cNvPr id="0" name=""/>
        <dsp:cNvSpPr/>
      </dsp:nvSpPr>
      <dsp:spPr>
        <a:xfrm>
          <a:off x="0" y="184640"/>
          <a:ext cx="5000124" cy="47735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/>
            <a:t>S1–S2</a:t>
          </a:r>
          <a:r>
            <a:rPr lang="fr-FR" sz="1200" kern="1200"/>
            <a:t> — Logique &amp; équivalences (connecteurs, tables, De Morgan, contraposée)</a:t>
          </a:r>
          <a:endParaRPr lang="en-US" sz="1200" kern="1200"/>
        </a:p>
      </dsp:txBody>
      <dsp:txXfrm>
        <a:off x="23303" y="207943"/>
        <a:ext cx="4953518" cy="430753"/>
      </dsp:txXfrm>
    </dsp:sp>
    <dsp:sp modelId="{5EA3EB08-A48B-4B02-9745-7AC61F017898}">
      <dsp:nvSpPr>
        <dsp:cNvPr id="0" name=""/>
        <dsp:cNvSpPr/>
      </dsp:nvSpPr>
      <dsp:spPr>
        <a:xfrm>
          <a:off x="0" y="696560"/>
          <a:ext cx="5000124" cy="477359"/>
        </a:xfrm>
        <a:prstGeom prst="roundRect">
          <a:avLst/>
        </a:prstGeom>
        <a:gradFill rotWithShape="0">
          <a:gsLst>
            <a:gs pos="0">
              <a:schemeClr val="accent2">
                <a:hueOff val="-161707"/>
                <a:satOff val="-9325"/>
                <a:lumOff val="95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61707"/>
                <a:satOff val="-9325"/>
                <a:lumOff val="95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61707"/>
                <a:satOff val="-9325"/>
                <a:lumOff val="95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/>
            <a:t>S3</a:t>
          </a:r>
          <a:r>
            <a:rPr lang="fr-FR" sz="1200" kern="1200"/>
            <a:t> — Ensembles (opérations, diagrammes, dédoublonnage)</a:t>
          </a:r>
        </a:p>
      </dsp:txBody>
      <dsp:txXfrm>
        <a:off x="23303" y="719863"/>
        <a:ext cx="4953518" cy="430753"/>
      </dsp:txXfrm>
    </dsp:sp>
    <dsp:sp modelId="{FE3F2311-7D6D-49D8-8BEE-5017383E9E10}">
      <dsp:nvSpPr>
        <dsp:cNvPr id="0" name=""/>
        <dsp:cNvSpPr/>
      </dsp:nvSpPr>
      <dsp:spPr>
        <a:xfrm>
          <a:off x="0" y="1208480"/>
          <a:ext cx="5000124" cy="477359"/>
        </a:xfrm>
        <a:prstGeom prst="roundRect">
          <a:avLst/>
        </a:prstGeom>
        <a:gradFill rotWithShape="0">
          <a:gsLst>
            <a:gs pos="0">
              <a:schemeClr val="accent2">
                <a:hueOff val="-323414"/>
                <a:satOff val="-18651"/>
                <a:lumOff val="191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23414"/>
                <a:satOff val="-18651"/>
                <a:lumOff val="191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23414"/>
                <a:satOff val="-18651"/>
                <a:lumOff val="191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/>
            <a:t>S4</a:t>
          </a:r>
          <a:r>
            <a:rPr lang="fr-FR" sz="1200" kern="1200"/>
            <a:t> — Relations &amp; </a:t>
          </a:r>
          <a:r>
            <a:rPr lang="fr-FR" sz="1200" b="1" kern="1200"/>
            <a:t>Fonctions</a:t>
          </a:r>
          <a:r>
            <a:rPr lang="fr-FR" sz="1200" kern="1200"/>
            <a:t> (numériques/usuelles, application à la modélisation)</a:t>
          </a:r>
        </a:p>
      </dsp:txBody>
      <dsp:txXfrm>
        <a:off x="23303" y="1231783"/>
        <a:ext cx="4953518" cy="430753"/>
      </dsp:txXfrm>
    </dsp:sp>
    <dsp:sp modelId="{6D261DC2-9E7B-4F65-9761-110814A94353}">
      <dsp:nvSpPr>
        <dsp:cNvPr id="0" name=""/>
        <dsp:cNvSpPr/>
      </dsp:nvSpPr>
      <dsp:spPr>
        <a:xfrm>
          <a:off x="0" y="1720400"/>
          <a:ext cx="5000124" cy="477359"/>
        </a:xfrm>
        <a:prstGeom prst="roundRect">
          <a:avLst/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/>
            <a:t>S5</a:t>
          </a:r>
          <a:r>
            <a:rPr lang="fr-FR" sz="1200" kern="1200"/>
            <a:t> — Entiers &amp; modulo (division euclidienne, PGCD, congruences ; parité, hachage simple)</a:t>
          </a:r>
        </a:p>
      </dsp:txBody>
      <dsp:txXfrm>
        <a:off x="23303" y="1743703"/>
        <a:ext cx="4953518" cy="430753"/>
      </dsp:txXfrm>
    </dsp:sp>
    <dsp:sp modelId="{36AE2EA3-FC6F-451D-AD1D-F3BB3C78A31E}">
      <dsp:nvSpPr>
        <dsp:cNvPr id="0" name=""/>
        <dsp:cNvSpPr/>
      </dsp:nvSpPr>
      <dsp:spPr>
        <a:xfrm>
          <a:off x="0" y="2232320"/>
          <a:ext cx="5000124" cy="477359"/>
        </a:xfrm>
        <a:prstGeom prst="roundRect">
          <a:avLst/>
        </a:prstGeom>
        <a:gradFill rotWithShape="0">
          <a:gsLst>
            <a:gs pos="0">
              <a:schemeClr val="accent2">
                <a:hueOff val="-646828"/>
                <a:satOff val="-37301"/>
                <a:lumOff val="38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646828"/>
                <a:satOff val="-37301"/>
                <a:lumOff val="38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646828"/>
                <a:satOff val="-37301"/>
                <a:lumOff val="38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/>
            <a:t>S6–S7</a:t>
          </a:r>
          <a:r>
            <a:rPr lang="fr-FR" sz="1200" kern="1200"/>
            <a:t> — Combinatoire I–II (produit, arrangements/combinaisons, principe des tiroirs)</a:t>
          </a:r>
        </a:p>
      </dsp:txBody>
      <dsp:txXfrm>
        <a:off x="23303" y="2255623"/>
        <a:ext cx="4953518" cy="430753"/>
      </dsp:txXfrm>
    </dsp:sp>
    <dsp:sp modelId="{0842DDB5-A84E-4BA8-8660-23C785BCD511}">
      <dsp:nvSpPr>
        <dsp:cNvPr id="0" name=""/>
        <dsp:cNvSpPr/>
      </dsp:nvSpPr>
      <dsp:spPr>
        <a:xfrm>
          <a:off x="0" y="2744239"/>
          <a:ext cx="5000124" cy="477359"/>
        </a:xfrm>
        <a:prstGeom prst="roundRect">
          <a:avLst/>
        </a:prstGeom>
        <a:gradFill rotWithShape="0">
          <a:gsLst>
            <a:gs pos="0">
              <a:schemeClr val="accent2">
                <a:hueOff val="-808535"/>
                <a:satOff val="-46627"/>
                <a:lumOff val="479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808535"/>
                <a:satOff val="-46627"/>
                <a:lumOff val="479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808535"/>
                <a:satOff val="-46627"/>
                <a:lumOff val="479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/>
            <a:t>S8</a:t>
          </a:r>
          <a:r>
            <a:rPr lang="fr-FR" sz="1200" kern="1200"/>
            <a:t> — </a:t>
          </a:r>
          <a:r>
            <a:rPr lang="fr-FR" sz="1200" b="1" kern="1200"/>
            <a:t>Probabilités discrètes I</a:t>
          </a:r>
          <a:r>
            <a:rPr lang="fr-FR" sz="1200" kern="1200"/>
            <a:t> (événements, indépendance)</a:t>
          </a:r>
        </a:p>
      </dsp:txBody>
      <dsp:txXfrm>
        <a:off x="23303" y="2767542"/>
        <a:ext cx="4953518" cy="430753"/>
      </dsp:txXfrm>
    </dsp:sp>
    <dsp:sp modelId="{B549C83D-262A-43E3-B1DD-A14537CB2B9E}">
      <dsp:nvSpPr>
        <dsp:cNvPr id="0" name=""/>
        <dsp:cNvSpPr/>
      </dsp:nvSpPr>
      <dsp:spPr>
        <a:xfrm>
          <a:off x="0" y="3256159"/>
          <a:ext cx="5000124" cy="477359"/>
        </a:xfrm>
        <a:prstGeom prst="roundRect">
          <a:avLst/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/>
            <a:t>S9</a:t>
          </a:r>
          <a:r>
            <a:rPr lang="fr-FR" sz="1200" kern="1200"/>
            <a:t> — </a:t>
          </a:r>
          <a:r>
            <a:rPr lang="fr-FR" sz="1200" b="1" kern="1200"/>
            <a:t>Statistiques descriptives</a:t>
          </a:r>
          <a:r>
            <a:rPr lang="fr-FR" sz="1200" kern="1200"/>
            <a:t> (moyenne, médiane, variance, diagrammes)</a:t>
          </a:r>
        </a:p>
      </dsp:txBody>
      <dsp:txXfrm>
        <a:off x="23303" y="3279462"/>
        <a:ext cx="4953518" cy="430753"/>
      </dsp:txXfrm>
    </dsp:sp>
    <dsp:sp modelId="{44A9AC39-1D30-4F34-9AD3-34CF67C107B2}">
      <dsp:nvSpPr>
        <dsp:cNvPr id="0" name=""/>
        <dsp:cNvSpPr/>
      </dsp:nvSpPr>
      <dsp:spPr>
        <a:xfrm>
          <a:off x="0" y="3768079"/>
          <a:ext cx="5000124" cy="477359"/>
        </a:xfrm>
        <a:prstGeom prst="roundRect">
          <a:avLst/>
        </a:prstGeom>
        <a:gradFill rotWithShape="0">
          <a:gsLst>
            <a:gs pos="0">
              <a:schemeClr val="accent2">
                <a:hueOff val="-1131949"/>
                <a:satOff val="-65277"/>
                <a:lumOff val="671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131949"/>
                <a:satOff val="-65277"/>
                <a:lumOff val="671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131949"/>
                <a:satOff val="-65277"/>
                <a:lumOff val="671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/>
            <a:t>S10</a:t>
          </a:r>
          <a:r>
            <a:rPr lang="fr-FR" sz="1200" kern="1200"/>
            <a:t> — Probabilités discrètes II (Bernoulli/Binomiale, </a:t>
          </a:r>
          <a:r>
            <a:rPr lang="fr-FR" sz="1200" b="1" kern="1200"/>
            <a:t>espérance</a:t>
          </a:r>
          <a:r>
            <a:rPr lang="fr-FR" sz="1200" kern="1200"/>
            <a:t>)</a:t>
          </a:r>
        </a:p>
      </dsp:txBody>
      <dsp:txXfrm>
        <a:off x="23303" y="3791382"/>
        <a:ext cx="4953518" cy="430753"/>
      </dsp:txXfrm>
    </dsp:sp>
    <dsp:sp modelId="{F0F3E173-D1FA-48E3-88F1-FDBA07255DB3}">
      <dsp:nvSpPr>
        <dsp:cNvPr id="0" name=""/>
        <dsp:cNvSpPr/>
      </dsp:nvSpPr>
      <dsp:spPr>
        <a:xfrm>
          <a:off x="0" y="4279999"/>
          <a:ext cx="5000124" cy="477359"/>
        </a:xfrm>
        <a:prstGeom prst="roundRect">
          <a:avLst/>
        </a:prstGeom>
        <a:gradFill rotWithShape="0">
          <a:gsLst>
            <a:gs pos="0">
              <a:schemeClr val="accent2">
                <a:hueOff val="-1293656"/>
                <a:satOff val="-74603"/>
                <a:lumOff val="76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293656"/>
                <a:satOff val="-74603"/>
                <a:lumOff val="76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293656"/>
                <a:satOff val="-74603"/>
                <a:lumOff val="76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/>
            <a:t>S11</a:t>
          </a:r>
          <a:r>
            <a:rPr lang="fr-FR" sz="1200" kern="1200"/>
            <a:t> — </a:t>
          </a:r>
          <a:r>
            <a:rPr lang="fr-FR" sz="1200" b="1" kern="1200"/>
            <a:t>Graphes (notions)</a:t>
          </a:r>
          <a:r>
            <a:rPr lang="fr-FR" sz="1200" kern="1200"/>
            <a:t> &amp; </a:t>
          </a:r>
          <a:r>
            <a:rPr lang="fr-FR" sz="1200" b="1" kern="1200"/>
            <a:t>Optimisation — initiation</a:t>
          </a:r>
          <a:r>
            <a:rPr lang="fr-FR" sz="1200" kern="1200"/>
            <a:t> (sac à dos simple, allocation)</a:t>
          </a:r>
        </a:p>
      </dsp:txBody>
      <dsp:txXfrm>
        <a:off x="23303" y="4303302"/>
        <a:ext cx="4953518" cy="430753"/>
      </dsp:txXfrm>
    </dsp:sp>
    <dsp:sp modelId="{E1DEB340-0805-4160-A4E0-FD69AC124C7E}">
      <dsp:nvSpPr>
        <dsp:cNvPr id="0" name=""/>
        <dsp:cNvSpPr/>
      </dsp:nvSpPr>
      <dsp:spPr>
        <a:xfrm>
          <a:off x="0" y="4791920"/>
          <a:ext cx="5000124" cy="477359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b="1" kern="1200"/>
            <a:t>S12</a:t>
          </a:r>
          <a:r>
            <a:rPr lang="fr-FR" sz="1200" kern="1200"/>
            <a:t> — </a:t>
          </a:r>
          <a:r>
            <a:rPr lang="fr-FR" sz="1200" b="1" kern="1200"/>
            <a:t>Optimisation (suite)</a:t>
          </a:r>
          <a:r>
            <a:rPr lang="fr-FR" sz="1200" kern="1200"/>
            <a:t> &amp; Complexité — aperçu (O/Ω/Θ) + révision intégrée</a:t>
          </a:r>
        </a:p>
      </dsp:txBody>
      <dsp:txXfrm>
        <a:off x="23303" y="4815223"/>
        <a:ext cx="4953518" cy="4307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5258F2-86D0-4BF9-B09C-17DA104D2AFE}">
      <dsp:nvSpPr>
        <dsp:cNvPr id="0" name=""/>
        <dsp:cNvSpPr/>
      </dsp:nvSpPr>
      <dsp:spPr>
        <a:xfrm>
          <a:off x="0" y="36440"/>
          <a:ext cx="5000124" cy="173415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Pas de démonstrations très techniques</a:t>
          </a:r>
        </a:p>
      </dsp:txBody>
      <dsp:txXfrm>
        <a:off x="84655" y="121095"/>
        <a:ext cx="4830814" cy="1564849"/>
      </dsp:txXfrm>
    </dsp:sp>
    <dsp:sp modelId="{9E684FA8-F98B-4BEC-BA4C-876D80CC312A}">
      <dsp:nvSpPr>
        <dsp:cNvPr id="0" name=""/>
        <dsp:cNvSpPr/>
      </dsp:nvSpPr>
      <dsp:spPr>
        <a:xfrm>
          <a:off x="0" y="1859880"/>
          <a:ext cx="5000124" cy="1734159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Pas besoin d'être fort·e en calcul formel</a:t>
          </a:r>
        </a:p>
      </dsp:txBody>
      <dsp:txXfrm>
        <a:off x="84655" y="1944535"/>
        <a:ext cx="4830814" cy="1564849"/>
      </dsp:txXfrm>
    </dsp:sp>
    <dsp:sp modelId="{356303CE-FEC4-42CF-B23A-E2715AB7F91D}">
      <dsp:nvSpPr>
        <dsp:cNvPr id="0" name=""/>
        <dsp:cNvSpPr/>
      </dsp:nvSpPr>
      <dsp:spPr>
        <a:xfrm>
          <a:off x="0" y="3683319"/>
          <a:ext cx="5000124" cy="1734159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La programmation servira surtout en démonstration (enseignant)</a:t>
          </a:r>
        </a:p>
      </dsp:txBody>
      <dsp:txXfrm>
        <a:off x="84655" y="3767974"/>
        <a:ext cx="4830814" cy="15648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07A0E-02F1-4A75-813A-51417DF46A4C}">
      <dsp:nvSpPr>
        <dsp:cNvPr id="0" name=""/>
        <dsp:cNvSpPr/>
      </dsp:nvSpPr>
      <dsp:spPr>
        <a:xfrm>
          <a:off x="0" y="401854"/>
          <a:ext cx="5000124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374904" rIns="38806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conditions correctes, dénombrements simples</a:t>
          </a:r>
        </a:p>
      </dsp:txBody>
      <dsp:txXfrm>
        <a:off x="0" y="401854"/>
        <a:ext cx="5000124" cy="1020600"/>
      </dsp:txXfrm>
    </dsp:sp>
    <dsp:sp modelId="{D86F6DCE-1A31-43F9-9790-156641EE0770}">
      <dsp:nvSpPr>
        <dsp:cNvPr id="0" name=""/>
        <dsp:cNvSpPr/>
      </dsp:nvSpPr>
      <dsp:spPr>
        <a:xfrm>
          <a:off x="250006" y="136174"/>
          <a:ext cx="3500086" cy="5313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Intro algo</a:t>
          </a:r>
        </a:p>
      </dsp:txBody>
      <dsp:txXfrm>
        <a:off x="275945" y="162113"/>
        <a:ext cx="3448208" cy="479482"/>
      </dsp:txXfrm>
    </dsp:sp>
    <dsp:sp modelId="{725D8F53-3C15-4F08-AA17-A60E33979118}">
      <dsp:nvSpPr>
        <dsp:cNvPr id="0" name=""/>
        <dsp:cNvSpPr/>
      </dsp:nvSpPr>
      <dsp:spPr>
        <a:xfrm>
          <a:off x="0" y="1785334"/>
          <a:ext cx="5000124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374904" rIns="38806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booléens, `if/while`, `set` pour dédoublonner</a:t>
          </a:r>
        </a:p>
      </dsp:txBody>
      <dsp:txXfrm>
        <a:off x="0" y="1785334"/>
        <a:ext cx="5000124" cy="1020600"/>
      </dsp:txXfrm>
    </dsp:sp>
    <dsp:sp modelId="{9B9273A8-DF32-43C7-BB16-84D3D19B94F6}">
      <dsp:nvSpPr>
        <dsp:cNvPr id="0" name=""/>
        <dsp:cNvSpPr/>
      </dsp:nvSpPr>
      <dsp:spPr>
        <a:xfrm>
          <a:off x="250006" y="1519654"/>
          <a:ext cx="3500086" cy="531360"/>
        </a:xfrm>
        <a:prstGeom prst="roundRect">
          <a:avLst/>
        </a:prstGeom>
        <a:gradFill rotWithShape="0">
          <a:gsLst>
            <a:gs pos="0">
              <a:schemeClr val="accent2">
                <a:hueOff val="-485121"/>
                <a:satOff val="-27976"/>
                <a:lumOff val="28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485121"/>
                <a:satOff val="-27976"/>
                <a:lumOff val="28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485121"/>
                <a:satOff val="-27976"/>
                <a:lumOff val="28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Python</a:t>
          </a:r>
        </a:p>
      </dsp:txBody>
      <dsp:txXfrm>
        <a:off x="275945" y="1545593"/>
        <a:ext cx="3448208" cy="479482"/>
      </dsp:txXfrm>
    </dsp:sp>
    <dsp:sp modelId="{5C020B98-912A-4825-A892-48039EF3D4A2}">
      <dsp:nvSpPr>
        <dsp:cNvPr id="0" name=""/>
        <dsp:cNvSpPr/>
      </dsp:nvSpPr>
      <dsp:spPr>
        <a:xfrm>
          <a:off x="0" y="3168814"/>
          <a:ext cx="5000124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374904" rIns="38806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comptages</a:t>
          </a:r>
          <a:r>
            <a:rPr lang="en-US" sz="1800" kern="1200" dirty="0"/>
            <a:t>, </a:t>
          </a:r>
          <a:r>
            <a:rPr lang="en-US" sz="1800" kern="1200" dirty="0" err="1"/>
            <a:t>fréquences</a:t>
          </a:r>
          <a:r>
            <a:rPr lang="en-US" sz="1800" kern="1200" dirty="0"/>
            <a:t>, </a:t>
          </a:r>
          <a:r>
            <a:rPr lang="en-US" sz="1800" kern="1200" dirty="0" err="1"/>
            <a:t>probas</a:t>
          </a:r>
          <a:r>
            <a:rPr lang="en-US" sz="1800" kern="1200" dirty="0"/>
            <a:t> simples, </a:t>
          </a:r>
          <a:r>
            <a:rPr lang="en-US" sz="1800" kern="1200" dirty="0" err="1"/>
            <a:t>statistiques</a:t>
          </a:r>
          <a:r>
            <a:rPr lang="en-US" sz="1800" kern="1200" dirty="0"/>
            <a:t> descriptives</a:t>
          </a:r>
        </a:p>
      </dsp:txBody>
      <dsp:txXfrm>
        <a:off x="0" y="3168814"/>
        <a:ext cx="5000124" cy="1020600"/>
      </dsp:txXfrm>
    </dsp:sp>
    <dsp:sp modelId="{5028B2A6-5ED5-424C-BCE5-BFBA63DEDFE2}">
      <dsp:nvSpPr>
        <dsp:cNvPr id="0" name=""/>
        <dsp:cNvSpPr/>
      </dsp:nvSpPr>
      <dsp:spPr>
        <a:xfrm>
          <a:off x="250006" y="2903134"/>
          <a:ext cx="3500086" cy="531360"/>
        </a:xfrm>
        <a:prstGeom prst="roundRect">
          <a:avLst/>
        </a:prstGeom>
        <a:gradFill rotWithShape="0">
          <a:gsLst>
            <a:gs pos="0">
              <a:schemeClr val="accent2">
                <a:hueOff val="-970242"/>
                <a:satOff val="-55952"/>
                <a:lumOff val="57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970242"/>
                <a:satOff val="-55952"/>
                <a:lumOff val="57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970242"/>
                <a:satOff val="-55952"/>
                <a:lumOff val="57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Analyse de données</a:t>
          </a:r>
        </a:p>
      </dsp:txBody>
      <dsp:txXfrm>
        <a:off x="275945" y="2929073"/>
        <a:ext cx="3448208" cy="479482"/>
      </dsp:txXfrm>
    </dsp:sp>
    <dsp:sp modelId="{CFC4DD5B-77ED-4AF2-B478-D901CB6A09D2}">
      <dsp:nvSpPr>
        <dsp:cNvPr id="0" name=""/>
        <dsp:cNvSpPr/>
      </dsp:nvSpPr>
      <dsp:spPr>
        <a:xfrm>
          <a:off x="0" y="4552295"/>
          <a:ext cx="5000124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8065" tIns="374904" rIns="388065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validation de formulaire (logique)</a:t>
          </a:r>
        </a:p>
      </dsp:txBody>
      <dsp:txXfrm>
        <a:off x="0" y="4552295"/>
        <a:ext cx="5000124" cy="765450"/>
      </dsp:txXfrm>
    </dsp:sp>
    <dsp:sp modelId="{ABAF03DD-1702-4C91-88E8-C4C77A3CDBDC}">
      <dsp:nvSpPr>
        <dsp:cNvPr id="0" name=""/>
        <dsp:cNvSpPr/>
      </dsp:nvSpPr>
      <dsp:spPr>
        <a:xfrm>
          <a:off x="250006" y="4286615"/>
          <a:ext cx="3500086" cy="53136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2295" tIns="0" rIns="13229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Web</a:t>
          </a:r>
        </a:p>
      </dsp:txBody>
      <dsp:txXfrm>
        <a:off x="275945" y="4312554"/>
        <a:ext cx="3448208" cy="47948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FE85E5-ECBF-49C2-ADFA-14A2DA0A7007}">
      <dsp:nvSpPr>
        <dsp:cNvPr id="0" name=""/>
        <dsp:cNvSpPr/>
      </dsp:nvSpPr>
      <dsp:spPr>
        <a:xfrm>
          <a:off x="0" y="797719"/>
          <a:ext cx="5000124" cy="9149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Notebook S1 (</a:t>
          </a:r>
          <a:r>
            <a:rPr lang="en-US" sz="2300" kern="1200" dirty="0" err="1"/>
            <a:t>logique</a:t>
          </a:r>
          <a:r>
            <a:rPr lang="en-US" sz="2300" kern="1200" dirty="0"/>
            <a:t>, tables, </a:t>
          </a:r>
          <a:r>
            <a:rPr lang="en-US" sz="2300" kern="1200" dirty="0" err="1"/>
            <a:t>équivalences</a:t>
          </a:r>
          <a:r>
            <a:rPr lang="en-US" sz="2300" kern="1200" dirty="0"/>
            <a:t>)</a:t>
          </a:r>
        </a:p>
      </dsp:txBody>
      <dsp:txXfrm>
        <a:off x="44664" y="842383"/>
        <a:ext cx="4910796" cy="825612"/>
      </dsp:txXfrm>
    </dsp:sp>
    <dsp:sp modelId="{1AC5978F-DCC6-4C23-9377-1D35A5DD6FAF}">
      <dsp:nvSpPr>
        <dsp:cNvPr id="0" name=""/>
        <dsp:cNvSpPr/>
      </dsp:nvSpPr>
      <dsp:spPr>
        <a:xfrm>
          <a:off x="0" y="1778899"/>
          <a:ext cx="5000124" cy="914940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Formulaire d’introduction (PDF/HTML) pour mieux vous connaître</a:t>
          </a:r>
        </a:p>
      </dsp:txBody>
      <dsp:txXfrm>
        <a:off x="44664" y="1823563"/>
        <a:ext cx="4910796" cy="825612"/>
      </dsp:txXfrm>
    </dsp:sp>
    <dsp:sp modelId="{F4CB3895-5FED-456C-B762-E2F56670F7B6}">
      <dsp:nvSpPr>
        <dsp:cNvPr id="0" name=""/>
        <dsp:cNvSpPr/>
      </dsp:nvSpPr>
      <dsp:spPr>
        <a:xfrm>
          <a:off x="0" y="2760080"/>
          <a:ext cx="5000124" cy="914940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Bibliographie</a:t>
          </a:r>
          <a:r>
            <a:rPr lang="en-US" sz="2300" kern="1200" dirty="0"/>
            <a:t> (DOCX/PDF/HTML)</a:t>
          </a:r>
        </a:p>
      </dsp:txBody>
      <dsp:txXfrm>
        <a:off x="44664" y="2804744"/>
        <a:ext cx="4910796" cy="825612"/>
      </dsp:txXfrm>
    </dsp:sp>
    <dsp:sp modelId="{BCF8AA7C-D56D-4B6F-9AC7-FA66D7BF00F8}">
      <dsp:nvSpPr>
        <dsp:cNvPr id="0" name=""/>
        <dsp:cNvSpPr/>
      </dsp:nvSpPr>
      <dsp:spPr>
        <a:xfrm>
          <a:off x="0" y="3741260"/>
          <a:ext cx="5000124" cy="91494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Jupyter</a:t>
          </a:r>
          <a:r>
            <a:rPr lang="en-US" sz="2300" kern="1200" dirty="0"/>
            <a:t>/</a:t>
          </a:r>
          <a:r>
            <a:rPr lang="en-US" sz="2300" kern="1200" dirty="0" err="1"/>
            <a:t>Colab</a:t>
          </a:r>
          <a:endParaRPr lang="en-US" sz="2300" kern="1200" dirty="0"/>
        </a:p>
      </dsp:txBody>
      <dsp:txXfrm>
        <a:off x="44664" y="3785924"/>
        <a:ext cx="4910796" cy="82561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DC8A1-6105-4D56-9FA2-531763831F31}">
      <dsp:nvSpPr>
        <dsp:cNvPr id="0" name=""/>
        <dsp:cNvSpPr/>
      </dsp:nvSpPr>
      <dsp:spPr>
        <a:xfrm>
          <a:off x="0" y="100137"/>
          <a:ext cx="5000124" cy="9931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Participation dans le </a:t>
          </a:r>
          <a:r>
            <a:rPr lang="en-US" sz="2500" kern="1200" dirty="0" err="1"/>
            <a:t>cours</a:t>
          </a:r>
          <a:r>
            <a:rPr lang="en-US" sz="2500" kern="1200" dirty="0"/>
            <a:t>: (10%)</a:t>
          </a:r>
        </a:p>
      </dsp:txBody>
      <dsp:txXfrm>
        <a:off x="48481" y="148618"/>
        <a:ext cx="4903162" cy="896166"/>
      </dsp:txXfrm>
    </dsp:sp>
    <dsp:sp modelId="{ACED82B7-A9C0-493C-A277-79A11F234884}">
      <dsp:nvSpPr>
        <dsp:cNvPr id="0" name=""/>
        <dsp:cNvSpPr/>
      </dsp:nvSpPr>
      <dsp:spPr>
        <a:xfrm>
          <a:off x="0" y="1165266"/>
          <a:ext cx="5000124" cy="993128"/>
        </a:xfrm>
        <a:prstGeom prst="roundRect">
          <a:avLst/>
        </a:prstGeom>
        <a:gradFill rotWithShape="0">
          <a:gsLst>
            <a:gs pos="0">
              <a:schemeClr val="accent5">
                <a:hueOff val="-1689636"/>
                <a:satOff val="-4355"/>
                <a:lumOff val="-29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689636"/>
                <a:satOff val="-4355"/>
                <a:lumOff val="-29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689636"/>
                <a:satOff val="-4355"/>
                <a:lumOff val="-29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Évaluation</a:t>
          </a:r>
          <a:r>
            <a:rPr lang="en-US" sz="2500" kern="1200" dirty="0"/>
            <a:t> de mi-session: (20%)</a:t>
          </a:r>
        </a:p>
      </dsp:txBody>
      <dsp:txXfrm>
        <a:off x="48481" y="1213747"/>
        <a:ext cx="4903162" cy="896166"/>
      </dsp:txXfrm>
    </dsp:sp>
    <dsp:sp modelId="{86296670-CEE4-4DFA-962C-9488101B77B1}">
      <dsp:nvSpPr>
        <dsp:cNvPr id="0" name=""/>
        <dsp:cNvSpPr/>
      </dsp:nvSpPr>
      <dsp:spPr>
        <a:xfrm>
          <a:off x="0" y="2230395"/>
          <a:ext cx="5000124" cy="993128"/>
        </a:xfrm>
        <a:prstGeom prst="roundRect">
          <a:avLst/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Épreuve</a:t>
          </a:r>
          <a:r>
            <a:rPr lang="en-US" sz="2500" kern="1200" dirty="0"/>
            <a:t> finale: 50%</a:t>
          </a:r>
        </a:p>
      </dsp:txBody>
      <dsp:txXfrm>
        <a:off x="48481" y="2278876"/>
        <a:ext cx="4903162" cy="896166"/>
      </dsp:txXfrm>
    </dsp:sp>
    <dsp:sp modelId="{3F92354A-53EE-44AF-B15E-4F0F60BB5111}">
      <dsp:nvSpPr>
        <dsp:cNvPr id="0" name=""/>
        <dsp:cNvSpPr/>
      </dsp:nvSpPr>
      <dsp:spPr>
        <a:xfrm>
          <a:off x="0" y="3295524"/>
          <a:ext cx="5000124" cy="993128"/>
        </a:xfrm>
        <a:prstGeom prst="roundRect">
          <a:avLst/>
        </a:prstGeom>
        <a:gradFill rotWithShape="0">
          <a:gsLst>
            <a:gs pos="0">
              <a:schemeClr val="accent5">
                <a:hueOff val="-5068907"/>
                <a:satOff val="-13064"/>
                <a:lumOff val="-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068907"/>
                <a:satOff val="-13064"/>
                <a:lumOff val="-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068907"/>
                <a:satOff val="-13064"/>
                <a:lumOff val="-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Projet</a:t>
          </a:r>
          <a:r>
            <a:rPr lang="en-US" sz="2500" kern="1200" dirty="0"/>
            <a:t> “Python </a:t>
          </a:r>
          <a:r>
            <a:rPr lang="en-US" sz="2500" kern="1200" dirty="0" err="1"/>
            <a:t>discret</a:t>
          </a:r>
          <a:r>
            <a:rPr lang="en-US" sz="2500" kern="1200" dirty="0"/>
            <a:t>” </a:t>
          </a:r>
          <a:r>
            <a:rPr lang="en-US" sz="2500" kern="1200" dirty="0" err="1"/>
            <a:t>en</a:t>
          </a:r>
          <a:r>
            <a:rPr lang="en-US" sz="2500" kern="1200" dirty="0"/>
            <a:t> </a:t>
          </a:r>
          <a:r>
            <a:rPr lang="en-US" sz="2500" kern="1200" dirty="0" err="1"/>
            <a:t>binôme</a:t>
          </a:r>
          <a:r>
            <a:rPr lang="en-US" sz="2500" kern="1200" dirty="0"/>
            <a:t> (2 × 10%) = 20%</a:t>
          </a:r>
        </a:p>
      </dsp:txBody>
      <dsp:txXfrm>
        <a:off x="48481" y="3344005"/>
        <a:ext cx="4903162" cy="896166"/>
      </dsp:txXfrm>
    </dsp:sp>
    <dsp:sp modelId="{49CFC77E-12DC-4B23-90CA-DF71AB5E5B8B}">
      <dsp:nvSpPr>
        <dsp:cNvPr id="0" name=""/>
        <dsp:cNvSpPr/>
      </dsp:nvSpPr>
      <dsp:spPr>
        <a:xfrm>
          <a:off x="0" y="4360653"/>
          <a:ext cx="5000124" cy="993128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Descriptifs précis fournis avant chaque évaluation</a:t>
          </a:r>
          <a:endParaRPr lang="en-US" sz="2500" kern="1200" dirty="0"/>
        </a:p>
      </dsp:txBody>
      <dsp:txXfrm>
        <a:off x="48481" y="4409134"/>
        <a:ext cx="4903162" cy="8961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CAA340-D359-4E0C-8660-9D919C7C6D1D}">
      <dsp:nvSpPr>
        <dsp:cNvPr id="0" name=""/>
        <dsp:cNvSpPr/>
      </dsp:nvSpPr>
      <dsp:spPr>
        <a:xfrm>
          <a:off x="0" y="381391"/>
          <a:ext cx="5000124" cy="111230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Courtes activités en binôme</a:t>
          </a:r>
        </a:p>
      </dsp:txBody>
      <dsp:txXfrm>
        <a:off x="54298" y="435689"/>
        <a:ext cx="4891528" cy="1003708"/>
      </dsp:txXfrm>
    </dsp:sp>
    <dsp:sp modelId="{9F3DEB58-E32D-4F5A-AC67-B49389AC8594}">
      <dsp:nvSpPr>
        <dsp:cNvPr id="0" name=""/>
        <dsp:cNvSpPr/>
      </dsp:nvSpPr>
      <dsp:spPr>
        <a:xfrm>
          <a:off x="0" y="1574335"/>
          <a:ext cx="5000124" cy="1112304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Quiz rapides (feedback immédiat)</a:t>
          </a:r>
        </a:p>
      </dsp:txBody>
      <dsp:txXfrm>
        <a:off x="54298" y="1628633"/>
        <a:ext cx="4891528" cy="1003708"/>
      </dsp:txXfrm>
    </dsp:sp>
    <dsp:sp modelId="{7ECF91D6-515A-4F69-BD4A-E3F1DD7C4FB9}">
      <dsp:nvSpPr>
        <dsp:cNvPr id="0" name=""/>
        <dsp:cNvSpPr/>
      </dsp:nvSpPr>
      <dsp:spPr>
        <a:xfrm>
          <a:off x="0" y="2767280"/>
          <a:ext cx="5000124" cy="1112304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Ticket de sortie en fin de séance</a:t>
          </a:r>
        </a:p>
      </dsp:txBody>
      <dsp:txXfrm>
        <a:off x="54298" y="2821578"/>
        <a:ext cx="4891528" cy="1003708"/>
      </dsp:txXfrm>
    </dsp:sp>
    <dsp:sp modelId="{6E30154C-F181-4FF6-996D-77632430946D}">
      <dsp:nvSpPr>
        <dsp:cNvPr id="0" name=""/>
        <dsp:cNvSpPr/>
      </dsp:nvSpPr>
      <dsp:spPr>
        <a:xfrm>
          <a:off x="0" y="3960224"/>
          <a:ext cx="5000124" cy="1112304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Règles : respect, entraide, droit à l’erreur, questions bienvenues</a:t>
          </a:r>
        </a:p>
      </dsp:txBody>
      <dsp:txXfrm>
        <a:off x="54298" y="4014522"/>
        <a:ext cx="4891528" cy="100370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0EEC81-E0C3-45C9-9326-1C0704DAE4E2}">
      <dsp:nvSpPr>
        <dsp:cNvPr id="0" name=""/>
        <dsp:cNvSpPr/>
      </dsp:nvSpPr>
      <dsp:spPr>
        <a:xfrm>
          <a:off x="0" y="294440"/>
          <a:ext cx="5000124" cy="11536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Relire les équivalences clés (2–3) entre chaque séance</a:t>
          </a:r>
        </a:p>
      </dsp:txBody>
      <dsp:txXfrm>
        <a:off x="56315" y="350755"/>
        <a:ext cx="4887494" cy="1040990"/>
      </dsp:txXfrm>
    </dsp:sp>
    <dsp:sp modelId="{EEB39E09-AD6D-4D82-95EF-88B3B9F6637A}">
      <dsp:nvSpPr>
        <dsp:cNvPr id="0" name=""/>
        <dsp:cNvSpPr/>
      </dsp:nvSpPr>
      <dsp:spPr>
        <a:xfrm>
          <a:off x="0" y="1531580"/>
          <a:ext cx="5000124" cy="1153620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Refaire les mini-exercices avec vos propres exemples</a:t>
          </a:r>
        </a:p>
      </dsp:txBody>
      <dsp:txXfrm>
        <a:off x="56315" y="1587895"/>
        <a:ext cx="4887494" cy="1040990"/>
      </dsp:txXfrm>
    </dsp:sp>
    <dsp:sp modelId="{BBCB9DFF-025B-472C-A9B5-E9A8C8137B67}">
      <dsp:nvSpPr>
        <dsp:cNvPr id="0" name=""/>
        <dsp:cNvSpPr/>
      </dsp:nvSpPr>
      <dsp:spPr>
        <a:xfrm>
          <a:off x="0" y="2768719"/>
          <a:ext cx="5000124" cy="1153620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Comparer vos réponses en binôme et poser des questions</a:t>
          </a:r>
        </a:p>
      </dsp:txBody>
      <dsp:txXfrm>
        <a:off x="56315" y="2825034"/>
        <a:ext cx="4887494" cy="1040990"/>
      </dsp:txXfrm>
    </dsp:sp>
    <dsp:sp modelId="{38066445-6A8F-48F6-843B-E246E3693675}">
      <dsp:nvSpPr>
        <dsp:cNvPr id="0" name=""/>
        <dsp:cNvSpPr/>
      </dsp:nvSpPr>
      <dsp:spPr>
        <a:xfrm>
          <a:off x="0" y="4005860"/>
          <a:ext cx="5000124" cy="1153620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 err="1"/>
            <a:t>Participer</a:t>
          </a:r>
          <a:r>
            <a:rPr lang="en-US" sz="2900" kern="1200" dirty="0"/>
            <a:t> </a:t>
          </a:r>
          <a:r>
            <a:rPr lang="en-US" sz="2900" kern="1200" dirty="0" err="1"/>
            <a:t>régulièrement</a:t>
          </a:r>
          <a:r>
            <a:rPr lang="en-US" sz="2900" kern="1200" dirty="0"/>
            <a:t> dans le </a:t>
          </a:r>
          <a:r>
            <a:rPr lang="en-US" sz="2900" kern="1200" dirty="0" err="1"/>
            <a:t>cours</a:t>
          </a:r>
          <a:endParaRPr lang="en-US" sz="2900" kern="1200" dirty="0"/>
        </a:p>
      </dsp:txBody>
      <dsp:txXfrm>
        <a:off x="56315" y="4062175"/>
        <a:ext cx="4887494" cy="104099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011506-9E92-4529-BEDC-07B4BCB230A2}">
      <dsp:nvSpPr>
        <dsp:cNvPr id="0" name=""/>
        <dsp:cNvSpPr/>
      </dsp:nvSpPr>
      <dsp:spPr>
        <a:xfrm>
          <a:off x="0" y="131143"/>
          <a:ext cx="5000124" cy="111230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Rosen</a:t>
          </a:r>
        </a:p>
      </dsp:txBody>
      <dsp:txXfrm>
        <a:off x="54298" y="185441"/>
        <a:ext cx="4891528" cy="1003708"/>
      </dsp:txXfrm>
    </dsp:sp>
    <dsp:sp modelId="{DF5A6ECF-DCAE-416F-AC5E-B94E1EFA518C}">
      <dsp:nvSpPr>
        <dsp:cNvPr id="0" name=""/>
        <dsp:cNvSpPr/>
      </dsp:nvSpPr>
      <dsp:spPr>
        <a:xfrm>
          <a:off x="0" y="1243447"/>
          <a:ext cx="5000124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chapitres ciblés : logique, ensembles, combinatoire</a:t>
          </a:r>
        </a:p>
      </dsp:txBody>
      <dsp:txXfrm>
        <a:off x="0" y="1243447"/>
        <a:ext cx="5000124" cy="695520"/>
      </dsp:txXfrm>
    </dsp:sp>
    <dsp:sp modelId="{AE15A054-3DAF-4D4F-AA63-D6CAF1ADCDE8}">
      <dsp:nvSpPr>
        <dsp:cNvPr id="0" name=""/>
        <dsp:cNvSpPr/>
      </dsp:nvSpPr>
      <dsp:spPr>
        <a:xfrm>
          <a:off x="0" y="1938967"/>
          <a:ext cx="5000124" cy="1112304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hlinkClick xmlns:r="http://schemas.openxmlformats.org/officeDocument/2006/relationships" r:id="rId1"/>
            </a:rPr>
            <a:t>Mathematics for Computer Science</a:t>
          </a:r>
          <a:r>
            <a:rPr lang="en-US" sz="2800" kern="1200" dirty="0"/>
            <a:t> (MIT, </a:t>
          </a:r>
          <a:r>
            <a:rPr lang="en-US" sz="2800" kern="1200" dirty="0" err="1"/>
            <a:t>gratuit</a:t>
          </a:r>
          <a:r>
            <a:rPr lang="en-US" sz="2800" kern="1200" dirty="0"/>
            <a:t>)</a:t>
          </a:r>
        </a:p>
      </dsp:txBody>
      <dsp:txXfrm>
        <a:off x="54298" y="1993265"/>
        <a:ext cx="4891528" cy="1003708"/>
      </dsp:txXfrm>
    </dsp:sp>
    <dsp:sp modelId="{D49D02AC-E61C-4A5A-A8D3-366798B979FD}">
      <dsp:nvSpPr>
        <dsp:cNvPr id="0" name=""/>
        <dsp:cNvSpPr/>
      </dsp:nvSpPr>
      <dsp:spPr>
        <a:xfrm>
          <a:off x="0" y="3051272"/>
          <a:ext cx="5000124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 err="1"/>
            <a:t>preuves</a:t>
          </a:r>
          <a:r>
            <a:rPr lang="en-US" sz="2200" kern="1200" dirty="0"/>
            <a:t>/inductions/graphs/probability - extraits</a:t>
          </a:r>
        </a:p>
      </dsp:txBody>
      <dsp:txXfrm>
        <a:off x="0" y="3051272"/>
        <a:ext cx="5000124" cy="695520"/>
      </dsp:txXfrm>
    </dsp:sp>
    <dsp:sp modelId="{087E7649-6938-4A79-9C89-CD140279482F}">
      <dsp:nvSpPr>
        <dsp:cNvPr id="0" name=""/>
        <dsp:cNvSpPr/>
      </dsp:nvSpPr>
      <dsp:spPr>
        <a:xfrm>
          <a:off x="0" y="3746792"/>
          <a:ext cx="5000124" cy="1112304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Jaume et al. (Ellipses)</a:t>
          </a:r>
        </a:p>
      </dsp:txBody>
      <dsp:txXfrm>
        <a:off x="54298" y="3801090"/>
        <a:ext cx="4891528" cy="1003708"/>
      </dsp:txXfrm>
    </dsp:sp>
    <dsp:sp modelId="{A8C124DA-0642-4B0A-A1E8-208F44F9BB23}">
      <dsp:nvSpPr>
        <dsp:cNvPr id="0" name=""/>
        <dsp:cNvSpPr/>
      </dsp:nvSpPr>
      <dsp:spPr>
        <a:xfrm>
          <a:off x="0" y="4859096"/>
          <a:ext cx="5000124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 err="1"/>
            <a:t>logique</a:t>
          </a:r>
          <a:r>
            <a:rPr lang="en-US" sz="2200" kern="1200" dirty="0"/>
            <a:t> pour </a:t>
          </a:r>
          <a:r>
            <a:rPr lang="en-US" sz="2200" kern="1200" dirty="0" err="1"/>
            <a:t>l’info</a:t>
          </a:r>
          <a:r>
            <a:rPr lang="en-US" sz="2200" kern="1200" dirty="0"/>
            <a:t> - très </a:t>
          </a:r>
          <a:r>
            <a:rPr lang="en-US" sz="2200" kern="1200" dirty="0" err="1"/>
            <a:t>adapté</a:t>
          </a:r>
          <a:r>
            <a:rPr lang="en-US" sz="2200" kern="1200" dirty="0"/>
            <a:t> S1–S2</a:t>
          </a:r>
        </a:p>
      </dsp:txBody>
      <dsp:txXfrm>
        <a:off x="0" y="4859096"/>
        <a:ext cx="5000124" cy="46368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A128-D03F-4D3A-B7CC-B2526834548A}">
      <dsp:nvSpPr>
        <dsp:cNvPr id="0" name=""/>
        <dsp:cNvSpPr/>
      </dsp:nvSpPr>
      <dsp:spPr>
        <a:xfrm>
          <a:off x="0" y="213850"/>
          <a:ext cx="5000124" cy="119175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Connexion (formulaire)</a:t>
          </a:r>
        </a:p>
      </dsp:txBody>
      <dsp:txXfrm>
        <a:off x="58177" y="272027"/>
        <a:ext cx="4883770" cy="1075400"/>
      </dsp:txXfrm>
    </dsp:sp>
    <dsp:sp modelId="{4D9170BC-9F8A-4522-9B33-85BB78E636C7}">
      <dsp:nvSpPr>
        <dsp:cNvPr id="0" name=""/>
        <dsp:cNvSpPr/>
      </dsp:nvSpPr>
      <dsp:spPr>
        <a:xfrm>
          <a:off x="0" y="1492005"/>
          <a:ext cx="5000124" cy="1191754"/>
        </a:xfrm>
        <a:prstGeom prst="roundRect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Logique : connecteurs, tables de vérité, équivalences utiles</a:t>
          </a:r>
        </a:p>
      </dsp:txBody>
      <dsp:txXfrm>
        <a:off x="58177" y="1550182"/>
        <a:ext cx="4883770" cy="1075400"/>
      </dsp:txXfrm>
    </dsp:sp>
    <dsp:sp modelId="{F9536675-F485-47F7-9265-5954574986F3}">
      <dsp:nvSpPr>
        <dsp:cNvPr id="0" name=""/>
        <dsp:cNvSpPr/>
      </dsp:nvSpPr>
      <dsp:spPr>
        <a:xfrm>
          <a:off x="0" y="2770160"/>
          <a:ext cx="5000124" cy="1191754"/>
        </a:xfrm>
        <a:prstGeom prst="roundRect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Atelier : traduire des conditions claires</a:t>
          </a:r>
        </a:p>
      </dsp:txBody>
      <dsp:txXfrm>
        <a:off x="58177" y="2828337"/>
        <a:ext cx="4883770" cy="1075400"/>
      </dsp:txXfrm>
    </dsp:sp>
    <dsp:sp modelId="{6D143B6C-6CFB-49AA-BC47-F56AC6C82733}">
      <dsp:nvSpPr>
        <dsp:cNvPr id="0" name=""/>
        <dsp:cNvSpPr/>
      </dsp:nvSpPr>
      <dsp:spPr>
        <a:xfrm>
          <a:off x="0" y="4048314"/>
          <a:ext cx="5000124" cy="1191754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Ticket de sortie</a:t>
          </a:r>
        </a:p>
      </dsp:txBody>
      <dsp:txXfrm>
        <a:off x="58177" y="4106491"/>
        <a:ext cx="4883770" cy="10754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B49640-8288-4F5B-BA84-70E7262B8D2C}">
      <dsp:nvSpPr>
        <dsp:cNvPr id="0" name=""/>
        <dsp:cNvSpPr/>
      </dsp:nvSpPr>
      <dsp:spPr>
        <a:xfrm>
          <a:off x="884935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2594E8-8AF3-42C4-B277-F1CD8CFA87AE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A0FAE5-7164-4B03-9FB4-99AFE58BFC76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b="1" kern="1200"/>
            <a:t>On apprend en faisant — par petites étapes et sans peur de se tromper.</a:t>
          </a:r>
          <a:endParaRPr lang="en-US" sz="1700" kern="1200"/>
        </a:p>
      </dsp:txBody>
      <dsp:txXfrm>
        <a:off x="182935" y="3176402"/>
        <a:ext cx="3600000" cy="720000"/>
      </dsp:txXfrm>
    </dsp:sp>
    <dsp:sp modelId="{CA11E0ED-46CB-4488-A169-7DDBC8980EE2}">
      <dsp:nvSpPr>
        <dsp:cNvPr id="0" name=""/>
        <dsp:cNvSpPr/>
      </dsp:nvSpPr>
      <dsp:spPr>
        <a:xfrm>
          <a:off x="5114935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228785-CFD0-4503-B9BE-B93722571B0A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BF9B60-1115-4940-B185-60082576C2A2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Bienvenue !</a:t>
          </a:r>
        </a:p>
      </dsp:txBody>
      <dsp:txXfrm>
        <a:off x="4412935" y="317640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9542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Accueillir, présenter l'intention du cours, rassurer : pas besoin de maîtriser la programmation pour démarrer.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Illustrer avec un exemple concret: validation formulaire ; tri de liste avec doublons ; mot de passe.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Insister sur le côté appliqué et le lien vers les autres 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Rassurer : on apprend par petites étapes, avec beaucoup d'exemples.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Relier explicitement chaque bloc à un usage en info.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Dédramatiser et mettre l'accent sur l'intuition et les compétences utiles.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Montrer que le cours est un socle commun.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Préciser où seront déposés les supports (ENT/Drive).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Rappeler que l'effort régulier est récompensé.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Installer un cadre sécurisant et participatif.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Proposer un rythme de travail léger mais régulier.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Donner le lien MCS à l'écran si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Transition vers le notebook S1.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Mot d'encouragement final. Enchaîner avec le formulaire et l'ouverture du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64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0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3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09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9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49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1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4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37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2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2.png"/><Relationship Id="rId9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2.png"/><Relationship Id="rId9" Type="http://schemas.microsoft.com/office/2007/relationships/diagramDrawing" Target="../diagrams/drawing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2.png"/><Relationship Id="rId9" Type="http://schemas.microsoft.com/office/2007/relationships/diagramDrawing" Target="../diagrams/drawing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2.png"/><Relationship Id="rId9" Type="http://schemas.microsoft.com/office/2007/relationships/diagramDrawing" Target="../diagrams/drawing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2.png"/><Relationship Id="rId9" Type="http://schemas.microsoft.com/office/2007/relationships/diagramDrawing" Target="../diagrams/drawing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4" Type="http://schemas.openxmlformats.org/officeDocument/2006/relationships/image" Target="../media/image2.png"/><Relationship Id="rId9" Type="http://schemas.microsoft.com/office/2007/relationships/diagramDrawing" Target="../diagrams/drawing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9.xml"/><Relationship Id="rId5" Type="http://schemas.openxmlformats.org/officeDocument/2006/relationships/diagramData" Target="../diagrams/data9.xml"/><Relationship Id="rId4" Type="http://schemas.openxmlformats.org/officeDocument/2006/relationships/image" Target="../media/image2.png"/><Relationship Id="rId9" Type="http://schemas.microsoft.com/office/2007/relationships/diagramDrawing" Target="../diagrams/drawing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0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0.xml"/><Relationship Id="rId5" Type="http://schemas.openxmlformats.org/officeDocument/2006/relationships/diagramData" Target="../diagrams/data10.xml"/><Relationship Id="rId4" Type="http://schemas.openxmlformats.org/officeDocument/2006/relationships/image" Target="../media/image2.png"/><Relationship Id="rId9" Type="http://schemas.microsoft.com/office/2007/relationships/diagramDrawing" Target="../diagrams/drawing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1.xml"/><Relationship Id="rId5" Type="http://schemas.openxmlformats.org/officeDocument/2006/relationships/diagramData" Target="../diagrams/data11.xml"/><Relationship Id="rId4" Type="http://schemas.openxmlformats.org/officeDocument/2006/relationships/image" Target="../media/image2.png"/><Relationship Id="rId9" Type="http://schemas.microsoft.com/office/2007/relationships/diagramDrawing" Target="../diagrams/drawing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2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2.xml"/><Relationship Id="rId5" Type="http://schemas.openxmlformats.org/officeDocument/2006/relationships/diagramData" Target="../diagrams/data12.xml"/><Relationship Id="rId4" Type="http://schemas.openxmlformats.org/officeDocument/2006/relationships/image" Target="../media/image2.png"/><Relationship Id="rId9" Type="http://schemas.microsoft.com/office/2007/relationships/diagramDrawing" Target="../diagrams/drawing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3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3.xml"/><Relationship Id="rId5" Type="http://schemas.openxmlformats.org/officeDocument/2006/relationships/diagramData" Target="../diagrams/data13.xml"/><Relationship Id="rId4" Type="http://schemas.openxmlformats.org/officeDocument/2006/relationships/image" Target="../media/image2.png"/><Relationship Id="rId9" Type="http://schemas.microsoft.com/office/2007/relationships/diagramDrawing" Target="../diagrams/drawin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fr-FR" sz="4200" dirty="0">
                <a:solidFill>
                  <a:srgbClr val="FFFFFF"/>
                </a:solidFill>
              </a:rPr>
              <a:t>Mathématiques pour informaticien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defRPr sz="2000">
                <a:solidFill>
                  <a:srgbClr val="5A5A5A"/>
                </a:solidFill>
              </a:defRPr>
            </a:pPr>
            <a:r>
              <a:rPr lang="fr-FR" sz="2000"/>
              <a:t>Séance 1 — Mise en matière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80000"/>
            <a:ext cx="1260000" cy="756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000" y="180000"/>
            <a:ext cx="1260000" cy="75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fr-FR" sz="3500">
                <a:solidFill>
                  <a:srgbClr val="FFFFFF"/>
                </a:solidFill>
              </a:rPr>
              <a:t>Pourquoi des maths pour l’info ?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80000"/>
            <a:ext cx="1080000" cy="648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000" y="180000"/>
            <a:ext cx="1080000" cy="648000"/>
          </a:xfrm>
          <a:prstGeom prst="rect">
            <a:avLst/>
          </a:prstGeom>
        </p:spPr>
      </p:pic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B6BF646F-C0D6-E0C2-6CFF-AE3EDF4081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607713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500">
                <a:solidFill>
                  <a:srgbClr val="FFFFFF"/>
                </a:solidFill>
              </a:rPr>
              <a:t>Objectifs d’apprentissage (semestre)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80000"/>
            <a:ext cx="1080000" cy="648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000" y="180000"/>
            <a:ext cx="1080000" cy="648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7104A59-B110-8C98-131A-77B854C903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262613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000">
                <a:solidFill>
                  <a:srgbClr val="FFFFFF"/>
                </a:solidFill>
              </a:rPr>
              <a:t>Compétences pratiques visées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80000"/>
            <a:ext cx="1080000" cy="648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000" y="180000"/>
            <a:ext cx="1080000" cy="648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1700F3E-2B54-9E36-E4FA-32BDA0E199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721052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Panorama du semestre (12 semaines)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80000"/>
            <a:ext cx="1080000" cy="648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000" y="180000"/>
            <a:ext cx="1080000" cy="648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9640DAE-0D08-E81A-4C47-B53C369B6E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469265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fr-FR" sz="3500">
                <a:solidFill>
                  <a:srgbClr val="FFFFFF"/>
                </a:solidFill>
              </a:rPr>
              <a:t>Ce que CE cours n’est pas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80000"/>
            <a:ext cx="1080000" cy="648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000" y="180000"/>
            <a:ext cx="1080000" cy="648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80FB4C6-0B5F-3157-2E09-03A25253B3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5608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fr-FR" sz="3500">
                <a:solidFill>
                  <a:srgbClr val="FFFFFF"/>
                </a:solidFill>
              </a:rPr>
              <a:t>Liens avec les autres UE (S1–S2)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80000"/>
            <a:ext cx="1080000" cy="648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000" y="180000"/>
            <a:ext cx="1080000" cy="648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61B1802-84A6-C8C5-A7A8-A38DC1C67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931674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Outils &amp; supports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80000"/>
            <a:ext cx="1080000" cy="648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000" y="180000"/>
            <a:ext cx="1080000" cy="648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ACB212B-9EF0-8D1A-124A-61C062FA82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831983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Évaluations (simples et régulières)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80000"/>
            <a:ext cx="1080000" cy="648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000" y="180000"/>
            <a:ext cx="1080000" cy="648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860955A-40BA-DC09-7649-F250129447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907060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Rituels de cours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80000"/>
            <a:ext cx="1080000" cy="648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000" y="180000"/>
            <a:ext cx="1080000" cy="648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31D91AB-EC08-E411-94B6-A524D849F0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431485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Conseils pour réussir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80000"/>
            <a:ext cx="1080000" cy="648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000" y="180000"/>
            <a:ext cx="1080000" cy="648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F2BBB38-4FC0-4908-CB89-8AEE48AB0C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081809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Bibliographie essentielle (accessible)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80000"/>
            <a:ext cx="1080000" cy="648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000" y="180000"/>
            <a:ext cx="1080000" cy="648000"/>
          </a:xfrm>
          <a:prstGeom prst="rect">
            <a:avLst/>
          </a:prstGeom>
        </p:spPr>
      </p:pic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3F0B8160-BA0D-7F6F-9E38-182B71C499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66688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Aujourd’hui (Séance 1)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80000"/>
            <a:ext cx="1080000" cy="648000"/>
          </a:xfrm>
          <a:prstGeom prst="rect">
            <a:avLst/>
          </a:prstGeom>
        </p:spPr>
      </p:pic>
      <p:pic>
        <p:nvPicPr>
          <p:cNvPr id="5" name="Picture 4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000" y="180000"/>
            <a:ext cx="1080000" cy="648000"/>
          </a:xfrm>
          <a:prstGeom prst="rect">
            <a:avLst/>
          </a:prstGeom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A971420-84DC-2A76-0A24-9DFB17C78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79227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0" y="180000"/>
            <a:ext cx="1080000" cy="648000"/>
          </a:xfrm>
          <a:prstGeom prst="rect">
            <a:avLst/>
          </a:prstGeom>
        </p:spPr>
      </p:pic>
      <p:pic>
        <p:nvPicPr>
          <p:cNvPr id="3" name="Picture 2" descr="log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000" y="180000"/>
            <a:ext cx="1080000" cy="648000"/>
          </a:xfrm>
          <a:prstGeom prst="rect">
            <a:avLst/>
          </a:prstGeom>
        </p:spPr>
      </p:pic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CFF3700C-59E2-CEEE-5ECC-53FC666112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553438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619</TotalTime>
  <Words>975</Words>
  <Application>Microsoft Office PowerPoint</Application>
  <PresentationFormat>On-screen Show (4:3)</PresentationFormat>
  <Paragraphs>99</Paragraphs>
  <Slides>14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2013 - 2022 Theme</vt:lpstr>
      <vt:lpstr>Mathématiques pour informaticien</vt:lpstr>
      <vt:lpstr>Pourquoi des maths pour l’info ?</vt:lpstr>
      <vt:lpstr>Objectifs d’apprentissage (semestre)</vt:lpstr>
      <vt:lpstr>Compétences pratiques visées</vt:lpstr>
      <vt:lpstr>Panorama du semestre (12 semaines)</vt:lpstr>
      <vt:lpstr>Ce que CE cours n’est pas</vt:lpstr>
      <vt:lpstr>Liens avec les autres UE (S1–S2)</vt:lpstr>
      <vt:lpstr>Outils &amp; supports</vt:lpstr>
      <vt:lpstr>Évaluations (simples et régulières)</vt:lpstr>
      <vt:lpstr>Rituels de cours</vt:lpstr>
      <vt:lpstr>Conseils pour réussir</vt:lpstr>
      <vt:lpstr>Bibliographie essentielle (accessible)</vt:lpstr>
      <vt:lpstr>Aujourd’hui (Séance 1)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Geovany Batista Polo LAGUERRE</dc:creator>
  <cp:keywords/>
  <dc:description>generated using python-pptx</dc:description>
  <cp:lastModifiedBy>Geovany Batista Polo Laguerre</cp:lastModifiedBy>
  <cp:revision>2</cp:revision>
  <dcterms:created xsi:type="dcterms:W3CDTF">2013-01-27T09:14:16Z</dcterms:created>
  <dcterms:modified xsi:type="dcterms:W3CDTF">2025-09-11T06:59:40Z</dcterms:modified>
  <cp:category/>
</cp:coreProperties>
</file>