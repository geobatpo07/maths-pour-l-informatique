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diagrams/data20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  <Override PartName="/ppt/diagrams/drawing20.xml" ContentType="application/vnd.ms-office.drawingml.diagramDrawing+xml"/>
  <Override PartName="/ppt/diagrams/data21.xml" ContentType="application/vnd.openxmlformats-officedocument.drawingml.diagramData+xml"/>
  <Override PartName="/ppt/diagrams/layout21.xml" ContentType="application/vnd.openxmlformats-officedocument.drawingml.diagramLayout+xml"/>
  <Override PartName="/ppt/diagrams/quickStyle21.xml" ContentType="application/vnd.openxmlformats-officedocument.drawingml.diagramStyle+xml"/>
  <Override PartName="/ppt/diagrams/colors21.xml" ContentType="application/vnd.openxmlformats-officedocument.drawingml.diagramColors+xml"/>
  <Override PartName="/ppt/diagrams/drawing21.xml" ContentType="application/vnd.ms-office.drawingml.diagramDrawing+xml"/>
  <Override PartName="/ppt/diagrams/data22.xml" ContentType="application/vnd.openxmlformats-officedocument.drawingml.diagramData+xml"/>
  <Override PartName="/ppt/diagrams/layout22.xml" ContentType="application/vnd.openxmlformats-officedocument.drawingml.diagramLayout+xml"/>
  <Override PartName="/ppt/diagrams/quickStyle22.xml" ContentType="application/vnd.openxmlformats-officedocument.drawingml.diagramStyle+xml"/>
  <Override PartName="/ppt/diagrams/colors22.xml" ContentType="application/vnd.openxmlformats-officedocument.drawingml.diagramColors+xml"/>
  <Override PartName="/ppt/diagrams/drawing22.xml" ContentType="application/vnd.ms-office.drawingml.diagramDrawing+xml"/>
  <Override PartName="/ppt/diagrams/data23.xml" ContentType="application/vnd.openxmlformats-officedocument.drawingml.diagramData+xml"/>
  <Override PartName="/ppt/diagrams/layout23.xml" ContentType="application/vnd.openxmlformats-officedocument.drawingml.diagramLayout+xml"/>
  <Override PartName="/ppt/diagrams/quickStyle23.xml" ContentType="application/vnd.openxmlformats-officedocument.drawingml.diagramStyle+xml"/>
  <Override PartName="/ppt/diagrams/colors23.xml" ContentType="application/vnd.openxmlformats-officedocument.drawingml.diagramColors+xml"/>
  <Override PartName="/ppt/diagrams/drawing23.xml" ContentType="application/vnd.ms-office.drawingml.diagramDrawing+xml"/>
  <Override PartName="/ppt/diagrams/data24.xml" ContentType="application/vnd.openxmlformats-officedocument.drawingml.diagramData+xml"/>
  <Override PartName="/ppt/diagrams/layout24.xml" ContentType="application/vnd.openxmlformats-officedocument.drawingml.diagramLayout+xml"/>
  <Override PartName="/ppt/diagrams/quickStyle24.xml" ContentType="application/vnd.openxmlformats-officedocument.drawingml.diagramStyle+xml"/>
  <Override PartName="/ppt/diagrams/colors24.xml" ContentType="application/vnd.openxmlformats-officedocument.drawingml.diagramColors+xml"/>
  <Override PartName="/ppt/diagrams/drawing24.xml" ContentType="application/vnd.ms-office.drawingml.diagramDrawing+xml"/>
  <Override PartName="/ppt/diagrams/data25.xml" ContentType="application/vnd.openxmlformats-officedocument.drawingml.diagramData+xml"/>
  <Override PartName="/ppt/diagrams/layout25.xml" ContentType="application/vnd.openxmlformats-officedocument.drawingml.diagramLayout+xml"/>
  <Override PartName="/ppt/diagrams/quickStyle25.xml" ContentType="application/vnd.openxmlformats-officedocument.drawingml.diagramStyle+xml"/>
  <Override PartName="/ppt/diagrams/colors25.xml" ContentType="application/vnd.openxmlformats-officedocument.drawingml.diagramColors+xml"/>
  <Override PartName="/ppt/diagrams/drawing2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6" d="100"/>
          <a:sy n="86" d="100"/>
        </p:scale>
        <p:origin x="135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4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5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4CE3049-32A1-4231-9D8D-87529BECD13F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B1570FEB-0CA4-4145-AC97-488067FE8296}">
      <dgm:prSet/>
      <dgm:spPr/>
      <dgm:t>
        <a:bodyPr/>
        <a:lstStyle/>
        <a:p>
          <a:r>
            <a:rPr lang="en-US"/>
            <a:t>Manipuler inclusion, union, intersection, complémentaire et produit cartésien</a:t>
          </a:r>
        </a:p>
      </dgm:t>
    </dgm:pt>
    <dgm:pt modelId="{1128EC19-9D9C-4777-A4EA-BDA43B80FD6A}" type="parTrans" cxnId="{38047B57-718B-4143-8BB7-8586F76AC790}">
      <dgm:prSet/>
      <dgm:spPr/>
      <dgm:t>
        <a:bodyPr/>
        <a:lstStyle/>
        <a:p>
          <a:endParaRPr lang="en-US"/>
        </a:p>
      </dgm:t>
    </dgm:pt>
    <dgm:pt modelId="{DE14158E-3B65-482D-B220-5F1D83D8E3D6}" type="sibTrans" cxnId="{38047B57-718B-4143-8BB7-8586F76AC790}">
      <dgm:prSet/>
      <dgm:spPr/>
      <dgm:t>
        <a:bodyPr/>
        <a:lstStyle/>
        <a:p>
          <a:endParaRPr lang="en-US"/>
        </a:p>
      </dgm:t>
    </dgm:pt>
    <dgm:pt modelId="{B1AAB1A0-4012-4C27-B439-39C08C09EAFC}">
      <dgm:prSet/>
      <dgm:spPr/>
      <dgm:t>
        <a:bodyPr/>
        <a:lstStyle/>
        <a:p>
          <a:r>
            <a:rPr lang="en-US"/>
            <a:t>Comprendre image directe et image réciproque d’un ensemble par une application</a:t>
          </a:r>
        </a:p>
      </dgm:t>
    </dgm:pt>
    <dgm:pt modelId="{FD27870A-D8D7-4F51-8F12-DF69B5C71FB7}" type="parTrans" cxnId="{7D7D13EF-AFEF-4D6D-BEAB-984DE6D590A9}">
      <dgm:prSet/>
      <dgm:spPr/>
      <dgm:t>
        <a:bodyPr/>
        <a:lstStyle/>
        <a:p>
          <a:endParaRPr lang="en-US"/>
        </a:p>
      </dgm:t>
    </dgm:pt>
    <dgm:pt modelId="{AEDAFB93-FD59-453B-A29B-7E4FDFEE7FBD}" type="sibTrans" cxnId="{7D7D13EF-AFEF-4D6D-BEAB-984DE6D590A9}">
      <dgm:prSet/>
      <dgm:spPr/>
      <dgm:t>
        <a:bodyPr/>
        <a:lstStyle/>
        <a:p>
          <a:endParaRPr lang="en-US"/>
        </a:p>
      </dgm:t>
    </dgm:pt>
    <dgm:pt modelId="{292798A6-698B-4C18-8B55-F019A3DC7B41}">
      <dgm:prSet/>
      <dgm:spPr/>
      <dgm:t>
        <a:bodyPr/>
        <a:lstStyle/>
        <a:p>
          <a:r>
            <a:rPr lang="en-US"/>
            <a:t>Distinguer injection, surjection, bijection et savoir les reconnaître</a:t>
          </a:r>
        </a:p>
      </dgm:t>
    </dgm:pt>
    <dgm:pt modelId="{89ADE58A-0F68-459C-A706-0D4E99D0FB72}" type="parTrans" cxnId="{0C8C8002-9219-4B24-9D3B-F4F1E86E28AC}">
      <dgm:prSet/>
      <dgm:spPr/>
      <dgm:t>
        <a:bodyPr/>
        <a:lstStyle/>
        <a:p>
          <a:endParaRPr lang="en-US"/>
        </a:p>
      </dgm:t>
    </dgm:pt>
    <dgm:pt modelId="{A62449B4-FC88-40AD-AFBE-ED830768BD0A}" type="sibTrans" cxnId="{0C8C8002-9219-4B24-9D3B-F4F1E86E28AC}">
      <dgm:prSet/>
      <dgm:spPr/>
      <dgm:t>
        <a:bodyPr/>
        <a:lstStyle/>
        <a:p>
          <a:endParaRPr lang="en-US"/>
        </a:p>
      </dgm:t>
    </dgm:pt>
    <dgm:pt modelId="{E2C0DD49-F9F8-4896-AA69-38D099EA2FF7}">
      <dgm:prSet/>
      <dgm:spPr/>
      <dgm:t>
        <a:bodyPr/>
        <a:lstStyle/>
        <a:p>
          <a:r>
            <a:rPr lang="en-US"/>
            <a:t>Relier bijection ↔ inverse, et utiliser la composition</a:t>
          </a:r>
        </a:p>
      </dgm:t>
    </dgm:pt>
    <dgm:pt modelId="{1ABB9F92-5F24-4CAD-A678-073B0A4DBE1B}" type="parTrans" cxnId="{7D9ADC5E-AFE5-430A-8BF5-1589FE78BB75}">
      <dgm:prSet/>
      <dgm:spPr/>
      <dgm:t>
        <a:bodyPr/>
        <a:lstStyle/>
        <a:p>
          <a:endParaRPr lang="en-US"/>
        </a:p>
      </dgm:t>
    </dgm:pt>
    <dgm:pt modelId="{357EA297-B488-4FDE-877D-D145B9FA48C1}" type="sibTrans" cxnId="{7D9ADC5E-AFE5-430A-8BF5-1589FE78BB75}">
      <dgm:prSet/>
      <dgm:spPr/>
      <dgm:t>
        <a:bodyPr/>
        <a:lstStyle/>
        <a:p>
          <a:endParaRPr lang="en-US"/>
        </a:p>
      </dgm:t>
    </dgm:pt>
    <dgm:pt modelId="{96FA31FE-7487-4E3F-8918-9B606E3149C2}">
      <dgm:prSet/>
      <dgm:spPr/>
      <dgm:t>
        <a:bodyPr/>
        <a:lstStyle/>
        <a:p>
          <a:r>
            <a:rPr lang="en-US"/>
            <a:t>Compter : cardinal, nombre d’applications/injections/bijections, parties (coefficients binomiaux)</a:t>
          </a:r>
        </a:p>
      </dgm:t>
    </dgm:pt>
    <dgm:pt modelId="{08E426A2-A6C9-43B7-AA5C-79D1E82C3AE7}" type="parTrans" cxnId="{4253F66D-CEA5-4F16-89D4-2379A7EE53D2}">
      <dgm:prSet/>
      <dgm:spPr/>
      <dgm:t>
        <a:bodyPr/>
        <a:lstStyle/>
        <a:p>
          <a:endParaRPr lang="en-US"/>
        </a:p>
      </dgm:t>
    </dgm:pt>
    <dgm:pt modelId="{BF2B2EC4-66B4-4230-AE49-440C35E0B6CD}" type="sibTrans" cxnId="{4253F66D-CEA5-4F16-89D4-2379A7EE53D2}">
      <dgm:prSet/>
      <dgm:spPr/>
      <dgm:t>
        <a:bodyPr/>
        <a:lstStyle/>
        <a:p>
          <a:endParaRPr lang="en-US"/>
        </a:p>
      </dgm:t>
    </dgm:pt>
    <dgm:pt modelId="{B617B3D4-21F6-4C88-9ADB-B2805AB4E631}">
      <dgm:prSet/>
      <dgm:spPr/>
      <dgm:t>
        <a:bodyPr/>
        <a:lstStyle/>
        <a:p>
          <a:r>
            <a:rPr lang="en-US"/>
            <a:t>Identifier une relation d’équivalence et ses classes (ex. Z/nZ)</a:t>
          </a:r>
        </a:p>
      </dgm:t>
    </dgm:pt>
    <dgm:pt modelId="{09872456-F9B0-4EBC-8145-32122DB29ACC}" type="parTrans" cxnId="{18A23D3A-965E-4150-80E4-EA30CAD53E08}">
      <dgm:prSet/>
      <dgm:spPr/>
      <dgm:t>
        <a:bodyPr/>
        <a:lstStyle/>
        <a:p>
          <a:endParaRPr lang="en-US"/>
        </a:p>
      </dgm:t>
    </dgm:pt>
    <dgm:pt modelId="{F769E30E-6686-4259-A2B8-DA2DCF5D6092}" type="sibTrans" cxnId="{18A23D3A-965E-4150-80E4-EA30CAD53E08}">
      <dgm:prSet/>
      <dgm:spPr/>
      <dgm:t>
        <a:bodyPr/>
        <a:lstStyle/>
        <a:p>
          <a:endParaRPr lang="en-US"/>
        </a:p>
      </dgm:t>
    </dgm:pt>
    <dgm:pt modelId="{EA74EAB7-5BED-4791-9B18-1681A6B021A2}" type="pres">
      <dgm:prSet presAssocID="{64CE3049-32A1-4231-9D8D-87529BECD13F}" presName="linear" presStyleCnt="0">
        <dgm:presLayoutVars>
          <dgm:animLvl val="lvl"/>
          <dgm:resizeHandles val="exact"/>
        </dgm:presLayoutVars>
      </dgm:prSet>
      <dgm:spPr/>
    </dgm:pt>
    <dgm:pt modelId="{52765F64-8E9D-4BC0-A17A-A2CF56CE03D3}" type="pres">
      <dgm:prSet presAssocID="{B1570FEB-0CA4-4145-AC97-488067FE8296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B5435506-3FC3-4713-BFAF-741E67E6AD1E}" type="pres">
      <dgm:prSet presAssocID="{DE14158E-3B65-482D-B220-5F1D83D8E3D6}" presName="spacer" presStyleCnt="0"/>
      <dgm:spPr/>
    </dgm:pt>
    <dgm:pt modelId="{13A1184A-BC3F-4830-9C7A-A7D80F947557}" type="pres">
      <dgm:prSet presAssocID="{B1AAB1A0-4012-4C27-B439-39C08C09EAFC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51629A74-51F8-4E9F-B27D-7B9A1722399F}" type="pres">
      <dgm:prSet presAssocID="{AEDAFB93-FD59-453B-A29B-7E4FDFEE7FBD}" presName="spacer" presStyleCnt="0"/>
      <dgm:spPr/>
    </dgm:pt>
    <dgm:pt modelId="{04D0801C-9FEE-4E09-A3C3-2EC88C73AF90}" type="pres">
      <dgm:prSet presAssocID="{292798A6-698B-4C18-8B55-F019A3DC7B41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2259831D-4487-4F45-80E7-7029BDE121BC}" type="pres">
      <dgm:prSet presAssocID="{A62449B4-FC88-40AD-AFBE-ED830768BD0A}" presName="spacer" presStyleCnt="0"/>
      <dgm:spPr/>
    </dgm:pt>
    <dgm:pt modelId="{17C03510-6C1D-4319-B443-09A6CC0EDC7C}" type="pres">
      <dgm:prSet presAssocID="{E2C0DD49-F9F8-4896-AA69-38D099EA2FF7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9856779A-BDEF-48E2-B472-5341203FDB8A}" type="pres">
      <dgm:prSet presAssocID="{357EA297-B488-4FDE-877D-D145B9FA48C1}" presName="spacer" presStyleCnt="0"/>
      <dgm:spPr/>
    </dgm:pt>
    <dgm:pt modelId="{F99B335F-C3D4-433D-AB89-AB7A18719A36}" type="pres">
      <dgm:prSet presAssocID="{96FA31FE-7487-4E3F-8918-9B606E3149C2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2F2CF5BF-A97E-4FFA-B6C7-9325ADA5D27C}" type="pres">
      <dgm:prSet presAssocID="{BF2B2EC4-66B4-4230-AE49-440C35E0B6CD}" presName="spacer" presStyleCnt="0"/>
      <dgm:spPr/>
    </dgm:pt>
    <dgm:pt modelId="{44A40F2F-CC28-4FB8-AEE4-7DB01A242808}" type="pres">
      <dgm:prSet presAssocID="{B617B3D4-21F6-4C88-9ADB-B2805AB4E631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0C8C8002-9219-4B24-9D3B-F4F1E86E28AC}" srcId="{64CE3049-32A1-4231-9D8D-87529BECD13F}" destId="{292798A6-698B-4C18-8B55-F019A3DC7B41}" srcOrd="2" destOrd="0" parTransId="{89ADE58A-0F68-459C-A706-0D4E99D0FB72}" sibTransId="{A62449B4-FC88-40AD-AFBE-ED830768BD0A}"/>
    <dgm:cxn modelId="{DB196820-A3F2-4238-9D4F-46F45325F6E5}" type="presOf" srcId="{B1570FEB-0CA4-4145-AC97-488067FE8296}" destId="{52765F64-8E9D-4BC0-A17A-A2CF56CE03D3}" srcOrd="0" destOrd="0" presId="urn:microsoft.com/office/officeart/2005/8/layout/vList2"/>
    <dgm:cxn modelId="{B861CE31-604E-43E9-8D0E-D4D670B6F5EE}" type="presOf" srcId="{96FA31FE-7487-4E3F-8918-9B606E3149C2}" destId="{F99B335F-C3D4-433D-AB89-AB7A18719A36}" srcOrd="0" destOrd="0" presId="urn:microsoft.com/office/officeart/2005/8/layout/vList2"/>
    <dgm:cxn modelId="{18A23D3A-965E-4150-80E4-EA30CAD53E08}" srcId="{64CE3049-32A1-4231-9D8D-87529BECD13F}" destId="{B617B3D4-21F6-4C88-9ADB-B2805AB4E631}" srcOrd="5" destOrd="0" parTransId="{09872456-F9B0-4EBC-8145-32122DB29ACC}" sibTransId="{F769E30E-6686-4259-A2B8-DA2DCF5D6092}"/>
    <dgm:cxn modelId="{7D9ADC5E-AFE5-430A-8BF5-1589FE78BB75}" srcId="{64CE3049-32A1-4231-9D8D-87529BECD13F}" destId="{E2C0DD49-F9F8-4896-AA69-38D099EA2FF7}" srcOrd="3" destOrd="0" parTransId="{1ABB9F92-5F24-4CAD-A678-073B0A4DBE1B}" sibTransId="{357EA297-B488-4FDE-877D-D145B9FA48C1}"/>
    <dgm:cxn modelId="{4253F66D-CEA5-4F16-89D4-2379A7EE53D2}" srcId="{64CE3049-32A1-4231-9D8D-87529BECD13F}" destId="{96FA31FE-7487-4E3F-8918-9B606E3149C2}" srcOrd="4" destOrd="0" parTransId="{08E426A2-A6C9-43B7-AA5C-79D1E82C3AE7}" sibTransId="{BF2B2EC4-66B4-4230-AE49-440C35E0B6CD}"/>
    <dgm:cxn modelId="{38047B57-718B-4143-8BB7-8586F76AC790}" srcId="{64CE3049-32A1-4231-9D8D-87529BECD13F}" destId="{B1570FEB-0CA4-4145-AC97-488067FE8296}" srcOrd="0" destOrd="0" parTransId="{1128EC19-9D9C-4777-A4EA-BDA43B80FD6A}" sibTransId="{DE14158E-3B65-482D-B220-5F1D83D8E3D6}"/>
    <dgm:cxn modelId="{79BD3A7B-064D-4DDA-9B53-27B1DCFBA141}" type="presOf" srcId="{B1AAB1A0-4012-4C27-B439-39C08C09EAFC}" destId="{13A1184A-BC3F-4830-9C7A-A7D80F947557}" srcOrd="0" destOrd="0" presId="urn:microsoft.com/office/officeart/2005/8/layout/vList2"/>
    <dgm:cxn modelId="{685D6B9B-DCDB-454C-8478-CA3FD5C0569F}" type="presOf" srcId="{64CE3049-32A1-4231-9D8D-87529BECD13F}" destId="{EA74EAB7-5BED-4791-9B18-1681A6B021A2}" srcOrd="0" destOrd="0" presId="urn:microsoft.com/office/officeart/2005/8/layout/vList2"/>
    <dgm:cxn modelId="{EB36369C-C05D-4969-980F-65FC3196E018}" type="presOf" srcId="{292798A6-698B-4C18-8B55-F019A3DC7B41}" destId="{04D0801C-9FEE-4E09-A3C3-2EC88C73AF90}" srcOrd="0" destOrd="0" presId="urn:microsoft.com/office/officeart/2005/8/layout/vList2"/>
    <dgm:cxn modelId="{0712E2A1-0F64-4C90-9331-AF3D9F7AF35B}" type="presOf" srcId="{B617B3D4-21F6-4C88-9ADB-B2805AB4E631}" destId="{44A40F2F-CC28-4FB8-AEE4-7DB01A242808}" srcOrd="0" destOrd="0" presId="urn:microsoft.com/office/officeart/2005/8/layout/vList2"/>
    <dgm:cxn modelId="{B7CAD5BE-F448-4CFC-B0C1-1CA21FC1B180}" type="presOf" srcId="{E2C0DD49-F9F8-4896-AA69-38D099EA2FF7}" destId="{17C03510-6C1D-4319-B443-09A6CC0EDC7C}" srcOrd="0" destOrd="0" presId="urn:microsoft.com/office/officeart/2005/8/layout/vList2"/>
    <dgm:cxn modelId="{7D7D13EF-AFEF-4D6D-BEAB-984DE6D590A9}" srcId="{64CE3049-32A1-4231-9D8D-87529BECD13F}" destId="{B1AAB1A0-4012-4C27-B439-39C08C09EAFC}" srcOrd="1" destOrd="0" parTransId="{FD27870A-D8D7-4F51-8F12-DF69B5C71FB7}" sibTransId="{AEDAFB93-FD59-453B-A29B-7E4FDFEE7FBD}"/>
    <dgm:cxn modelId="{5065886B-64A5-4AE7-810D-02F827AD4222}" type="presParOf" srcId="{EA74EAB7-5BED-4791-9B18-1681A6B021A2}" destId="{52765F64-8E9D-4BC0-A17A-A2CF56CE03D3}" srcOrd="0" destOrd="0" presId="urn:microsoft.com/office/officeart/2005/8/layout/vList2"/>
    <dgm:cxn modelId="{7E2DDDAB-45A1-48CC-966F-07C45D9974EA}" type="presParOf" srcId="{EA74EAB7-5BED-4791-9B18-1681A6B021A2}" destId="{B5435506-3FC3-4713-BFAF-741E67E6AD1E}" srcOrd="1" destOrd="0" presId="urn:microsoft.com/office/officeart/2005/8/layout/vList2"/>
    <dgm:cxn modelId="{C62E3026-C797-43A8-9E26-E1E2C019FA74}" type="presParOf" srcId="{EA74EAB7-5BED-4791-9B18-1681A6B021A2}" destId="{13A1184A-BC3F-4830-9C7A-A7D80F947557}" srcOrd="2" destOrd="0" presId="urn:microsoft.com/office/officeart/2005/8/layout/vList2"/>
    <dgm:cxn modelId="{6A8A8685-B280-4037-95E9-C533B83961CA}" type="presParOf" srcId="{EA74EAB7-5BED-4791-9B18-1681A6B021A2}" destId="{51629A74-51F8-4E9F-B27D-7B9A1722399F}" srcOrd="3" destOrd="0" presId="urn:microsoft.com/office/officeart/2005/8/layout/vList2"/>
    <dgm:cxn modelId="{038D9301-33A0-4F93-BFBA-DAF0B85C614E}" type="presParOf" srcId="{EA74EAB7-5BED-4791-9B18-1681A6B021A2}" destId="{04D0801C-9FEE-4E09-A3C3-2EC88C73AF90}" srcOrd="4" destOrd="0" presId="urn:microsoft.com/office/officeart/2005/8/layout/vList2"/>
    <dgm:cxn modelId="{7EAC571B-05DE-4A56-99B6-66A7693E0142}" type="presParOf" srcId="{EA74EAB7-5BED-4791-9B18-1681A6B021A2}" destId="{2259831D-4487-4F45-80E7-7029BDE121BC}" srcOrd="5" destOrd="0" presId="urn:microsoft.com/office/officeart/2005/8/layout/vList2"/>
    <dgm:cxn modelId="{2E7BC3F3-82E5-4084-8FE9-457C7B0D5611}" type="presParOf" srcId="{EA74EAB7-5BED-4791-9B18-1681A6B021A2}" destId="{17C03510-6C1D-4319-B443-09A6CC0EDC7C}" srcOrd="6" destOrd="0" presId="urn:microsoft.com/office/officeart/2005/8/layout/vList2"/>
    <dgm:cxn modelId="{635C1DCF-9A00-4C38-AF1A-16AB6DFA7B22}" type="presParOf" srcId="{EA74EAB7-5BED-4791-9B18-1681A6B021A2}" destId="{9856779A-BDEF-48E2-B472-5341203FDB8A}" srcOrd="7" destOrd="0" presId="urn:microsoft.com/office/officeart/2005/8/layout/vList2"/>
    <dgm:cxn modelId="{0F0A12B2-9D54-4320-BD30-C70D6CAEBD93}" type="presParOf" srcId="{EA74EAB7-5BED-4791-9B18-1681A6B021A2}" destId="{F99B335F-C3D4-433D-AB89-AB7A18719A36}" srcOrd="8" destOrd="0" presId="urn:microsoft.com/office/officeart/2005/8/layout/vList2"/>
    <dgm:cxn modelId="{BD4B3237-1E57-427F-9A35-CBFAB11B4A65}" type="presParOf" srcId="{EA74EAB7-5BED-4791-9B18-1681A6B021A2}" destId="{2F2CF5BF-A97E-4FFA-B6C7-9325ADA5D27C}" srcOrd="9" destOrd="0" presId="urn:microsoft.com/office/officeart/2005/8/layout/vList2"/>
    <dgm:cxn modelId="{436FEE4A-E759-405B-8804-C4D35D9E2749}" type="presParOf" srcId="{EA74EAB7-5BED-4791-9B18-1681A6B021A2}" destId="{44A40F2F-CC28-4FB8-AEE4-7DB01A242808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BE14E86-0716-4E04-BECF-06604AD183C6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2D7D6186-8686-46DB-BA3C-2FA3737777BA}">
      <dgm:prSet/>
      <dgm:spPr/>
      <dgm:t>
        <a:bodyPr/>
        <a:lstStyle/>
        <a:p>
          <a:r>
            <a:rPr lang="en-US"/>
            <a:t>L’« ensemble de tous les ensembles » mène à une contradiction</a:t>
          </a:r>
        </a:p>
      </dgm:t>
    </dgm:pt>
    <dgm:pt modelId="{06A24B91-33A4-47B1-BA42-E1F3399260ED}" type="parTrans" cxnId="{6E85BA57-EBB5-45CB-909B-6552FC62F697}">
      <dgm:prSet/>
      <dgm:spPr/>
      <dgm:t>
        <a:bodyPr/>
        <a:lstStyle/>
        <a:p>
          <a:endParaRPr lang="en-US"/>
        </a:p>
      </dgm:t>
    </dgm:pt>
    <dgm:pt modelId="{A2C57F59-5232-4E6C-B43C-6D96DE2153F6}" type="sibTrans" cxnId="{6E85BA57-EBB5-45CB-909B-6552FC62F697}">
      <dgm:prSet/>
      <dgm:spPr/>
      <dgm:t>
        <a:bodyPr/>
        <a:lstStyle/>
        <a:p>
          <a:endParaRPr lang="en-US"/>
        </a:p>
      </dgm:t>
    </dgm:pt>
    <dgm:pt modelId="{2878D990-D4B9-4B05-BAF4-740E96247849}">
      <dgm:prSet/>
      <dgm:spPr/>
      <dgm:t>
        <a:bodyPr/>
        <a:lstStyle/>
        <a:p>
          <a:r>
            <a:rPr lang="en-US"/>
            <a:t>Construire F = {E ∈ E | E ∉ E} et demander “F ∈ F ?” → impossible</a:t>
          </a:r>
        </a:p>
      </dgm:t>
    </dgm:pt>
    <dgm:pt modelId="{2704DBCC-CAEF-40CD-8620-0E71042AABC2}" type="parTrans" cxnId="{DFBE3A89-58AC-4F79-A0C4-4D4DD2AEA8CE}">
      <dgm:prSet/>
      <dgm:spPr/>
      <dgm:t>
        <a:bodyPr/>
        <a:lstStyle/>
        <a:p>
          <a:endParaRPr lang="en-US"/>
        </a:p>
      </dgm:t>
    </dgm:pt>
    <dgm:pt modelId="{454083E0-74D1-47C7-B707-6CBD92AA4E0E}" type="sibTrans" cxnId="{DFBE3A89-58AC-4F79-A0C4-4D4DD2AEA8CE}">
      <dgm:prSet/>
      <dgm:spPr/>
      <dgm:t>
        <a:bodyPr/>
        <a:lstStyle/>
        <a:p>
          <a:endParaRPr lang="en-US"/>
        </a:p>
      </dgm:t>
    </dgm:pt>
    <dgm:pt modelId="{2979EA6E-BC8F-4770-A041-5470668E38E3}">
      <dgm:prSet/>
      <dgm:spPr/>
      <dgm:t>
        <a:bodyPr/>
        <a:lstStyle/>
        <a:p>
          <a:r>
            <a:rPr lang="en-US"/>
            <a:t>On travaille avec des définitions sûres ; objectif = manipuler des ensembles concrets</a:t>
          </a:r>
        </a:p>
      </dgm:t>
    </dgm:pt>
    <dgm:pt modelId="{DBE02047-B1C2-4493-A192-4538EC81BD11}" type="parTrans" cxnId="{CDA53803-DCE8-4218-BB5F-44E01A0C15F1}">
      <dgm:prSet/>
      <dgm:spPr/>
      <dgm:t>
        <a:bodyPr/>
        <a:lstStyle/>
        <a:p>
          <a:endParaRPr lang="en-US"/>
        </a:p>
      </dgm:t>
    </dgm:pt>
    <dgm:pt modelId="{E7273702-194A-4A6C-95C1-5D774FA0238A}" type="sibTrans" cxnId="{CDA53803-DCE8-4218-BB5F-44E01A0C15F1}">
      <dgm:prSet/>
      <dgm:spPr/>
      <dgm:t>
        <a:bodyPr/>
        <a:lstStyle/>
        <a:p>
          <a:endParaRPr lang="en-US"/>
        </a:p>
      </dgm:t>
    </dgm:pt>
    <dgm:pt modelId="{89900A48-22EC-48B8-B80E-6F63C7D9EA4F}" type="pres">
      <dgm:prSet presAssocID="{2BE14E86-0716-4E04-BECF-06604AD183C6}" presName="linear" presStyleCnt="0">
        <dgm:presLayoutVars>
          <dgm:animLvl val="lvl"/>
          <dgm:resizeHandles val="exact"/>
        </dgm:presLayoutVars>
      </dgm:prSet>
      <dgm:spPr/>
    </dgm:pt>
    <dgm:pt modelId="{0FBA6155-455F-476E-9CF5-51FE8DA30E1A}" type="pres">
      <dgm:prSet presAssocID="{2D7D6186-8686-46DB-BA3C-2FA3737777BA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2A406EFA-B7F1-4D35-BE68-3A50D210EE70}" type="pres">
      <dgm:prSet presAssocID="{A2C57F59-5232-4E6C-B43C-6D96DE2153F6}" presName="spacer" presStyleCnt="0"/>
      <dgm:spPr/>
    </dgm:pt>
    <dgm:pt modelId="{44B8D685-B8F2-42A6-8C96-A1D7DC49DCBC}" type="pres">
      <dgm:prSet presAssocID="{2878D990-D4B9-4B05-BAF4-740E96247849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58ACFF24-7508-4F9E-9F15-64CC79A9A76C}" type="pres">
      <dgm:prSet presAssocID="{454083E0-74D1-47C7-B707-6CBD92AA4E0E}" presName="spacer" presStyleCnt="0"/>
      <dgm:spPr/>
    </dgm:pt>
    <dgm:pt modelId="{A2CC1994-ACAC-41B2-8EF2-A294EE182447}" type="pres">
      <dgm:prSet presAssocID="{2979EA6E-BC8F-4770-A041-5470668E38E3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CDA53803-DCE8-4218-BB5F-44E01A0C15F1}" srcId="{2BE14E86-0716-4E04-BECF-06604AD183C6}" destId="{2979EA6E-BC8F-4770-A041-5470668E38E3}" srcOrd="2" destOrd="0" parTransId="{DBE02047-B1C2-4493-A192-4538EC81BD11}" sibTransId="{E7273702-194A-4A6C-95C1-5D774FA0238A}"/>
    <dgm:cxn modelId="{1C1ABE5B-D899-4166-BB1C-419F10E33348}" type="presOf" srcId="{2D7D6186-8686-46DB-BA3C-2FA3737777BA}" destId="{0FBA6155-455F-476E-9CF5-51FE8DA30E1A}" srcOrd="0" destOrd="0" presId="urn:microsoft.com/office/officeart/2005/8/layout/vList2"/>
    <dgm:cxn modelId="{6E85BA57-EBB5-45CB-909B-6552FC62F697}" srcId="{2BE14E86-0716-4E04-BECF-06604AD183C6}" destId="{2D7D6186-8686-46DB-BA3C-2FA3737777BA}" srcOrd="0" destOrd="0" parTransId="{06A24B91-33A4-47B1-BA42-E1F3399260ED}" sibTransId="{A2C57F59-5232-4E6C-B43C-6D96DE2153F6}"/>
    <dgm:cxn modelId="{DFBE3A89-58AC-4F79-A0C4-4D4DD2AEA8CE}" srcId="{2BE14E86-0716-4E04-BECF-06604AD183C6}" destId="{2878D990-D4B9-4B05-BAF4-740E96247849}" srcOrd="1" destOrd="0" parTransId="{2704DBCC-CAEF-40CD-8620-0E71042AABC2}" sibTransId="{454083E0-74D1-47C7-B707-6CBD92AA4E0E}"/>
    <dgm:cxn modelId="{C89E73A5-2BFE-4899-A480-916410C91593}" type="presOf" srcId="{2878D990-D4B9-4B05-BAF4-740E96247849}" destId="{44B8D685-B8F2-42A6-8C96-A1D7DC49DCBC}" srcOrd="0" destOrd="0" presId="urn:microsoft.com/office/officeart/2005/8/layout/vList2"/>
    <dgm:cxn modelId="{8DD0F7C8-E827-4FC3-A813-DA0379E75D1A}" type="presOf" srcId="{2BE14E86-0716-4E04-BECF-06604AD183C6}" destId="{89900A48-22EC-48B8-B80E-6F63C7D9EA4F}" srcOrd="0" destOrd="0" presId="urn:microsoft.com/office/officeart/2005/8/layout/vList2"/>
    <dgm:cxn modelId="{41B9EEE7-DEE9-4FF5-B03F-3EFB1FE7E401}" type="presOf" srcId="{2979EA6E-BC8F-4770-A041-5470668E38E3}" destId="{A2CC1994-ACAC-41B2-8EF2-A294EE182447}" srcOrd="0" destOrd="0" presId="urn:microsoft.com/office/officeart/2005/8/layout/vList2"/>
    <dgm:cxn modelId="{6D10EA97-C4F0-4DEE-852F-240650456A50}" type="presParOf" srcId="{89900A48-22EC-48B8-B80E-6F63C7D9EA4F}" destId="{0FBA6155-455F-476E-9CF5-51FE8DA30E1A}" srcOrd="0" destOrd="0" presId="urn:microsoft.com/office/officeart/2005/8/layout/vList2"/>
    <dgm:cxn modelId="{6468C773-21B6-48DC-BD12-69A980E2CF52}" type="presParOf" srcId="{89900A48-22EC-48B8-B80E-6F63C7D9EA4F}" destId="{2A406EFA-B7F1-4D35-BE68-3A50D210EE70}" srcOrd="1" destOrd="0" presId="urn:microsoft.com/office/officeart/2005/8/layout/vList2"/>
    <dgm:cxn modelId="{B5EEB76E-9362-4C79-A0BE-EE9A42177F1B}" type="presParOf" srcId="{89900A48-22EC-48B8-B80E-6F63C7D9EA4F}" destId="{44B8D685-B8F2-42A6-8C96-A1D7DC49DCBC}" srcOrd="2" destOrd="0" presId="urn:microsoft.com/office/officeart/2005/8/layout/vList2"/>
    <dgm:cxn modelId="{0E9D1002-784F-470C-8FA9-E9F1F3B36937}" type="presParOf" srcId="{89900A48-22EC-48B8-B80E-6F63C7D9EA4F}" destId="{58ACFF24-7508-4F9E-9F15-64CC79A9A76C}" srcOrd="3" destOrd="0" presId="urn:microsoft.com/office/officeart/2005/8/layout/vList2"/>
    <dgm:cxn modelId="{EE384942-C9DA-4864-8283-83036E6EB83E}" type="presParOf" srcId="{89900A48-22EC-48B8-B80E-6F63C7D9EA4F}" destId="{A2CC1994-ACAC-41B2-8EF2-A294EE182447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B7FF639-56CB-4AA5-A673-948708BB4104}" type="doc">
      <dgm:prSet loTypeId="urn:microsoft.com/office/officeart/2005/8/layout/list1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3CC5B844-F22F-4447-8F2C-502CD03E4FDF}">
      <dgm:prSet/>
      <dgm:spPr/>
      <dgm:t>
        <a:bodyPr/>
        <a:lstStyle/>
        <a:p>
          <a:r>
            <a:rPr lang="en-US"/>
            <a:t>Deux manières</a:t>
          </a:r>
        </a:p>
      </dgm:t>
    </dgm:pt>
    <dgm:pt modelId="{FC4BDE1E-8203-4A2D-8A35-936568FB073C}" type="parTrans" cxnId="{83E3C357-0ED2-49C0-9DA6-D8728D6FD44B}">
      <dgm:prSet/>
      <dgm:spPr/>
      <dgm:t>
        <a:bodyPr/>
        <a:lstStyle/>
        <a:p>
          <a:endParaRPr lang="en-US"/>
        </a:p>
      </dgm:t>
    </dgm:pt>
    <dgm:pt modelId="{2E4928D6-9F1C-4D0D-ADF4-BA669AFFA0C6}" type="sibTrans" cxnId="{83E3C357-0ED2-49C0-9DA6-D8728D6FD44B}">
      <dgm:prSet/>
      <dgm:spPr/>
      <dgm:t>
        <a:bodyPr/>
        <a:lstStyle/>
        <a:p>
          <a:endParaRPr lang="en-US"/>
        </a:p>
      </dgm:t>
    </dgm:pt>
    <dgm:pt modelId="{22088377-30C8-49A7-8C81-504033F5A01B}">
      <dgm:prSet/>
      <dgm:spPr/>
      <dgm:t>
        <a:bodyPr/>
        <a:lstStyle/>
        <a:p>
          <a:r>
            <a:rPr lang="en-US"/>
            <a:t>Énumération : {0,1}, {rouge,noir}</a:t>
          </a:r>
        </a:p>
      </dgm:t>
    </dgm:pt>
    <dgm:pt modelId="{79E28B7C-E1BA-4E28-B9A3-3478FC797CDC}" type="parTrans" cxnId="{6BD667DD-6568-45F6-9B06-20BC352ED7E0}">
      <dgm:prSet/>
      <dgm:spPr/>
      <dgm:t>
        <a:bodyPr/>
        <a:lstStyle/>
        <a:p>
          <a:endParaRPr lang="en-US"/>
        </a:p>
      </dgm:t>
    </dgm:pt>
    <dgm:pt modelId="{72277B70-9818-4E89-A1BF-23323CBD57AA}" type="sibTrans" cxnId="{6BD667DD-6568-45F6-9B06-20BC352ED7E0}">
      <dgm:prSet/>
      <dgm:spPr/>
      <dgm:t>
        <a:bodyPr/>
        <a:lstStyle/>
        <a:p>
          <a:endParaRPr lang="en-US"/>
        </a:p>
      </dgm:t>
    </dgm:pt>
    <dgm:pt modelId="{0E358AB1-9D20-4DF0-889E-D5C9646E9DF1}">
      <dgm:prSet/>
      <dgm:spPr/>
      <dgm:t>
        <a:bodyPr/>
        <a:lstStyle/>
        <a:p>
          <a:r>
            <a:rPr lang="en-US"/>
            <a:t>Compréhension : { x∈R | |x−2|&lt;1 }</a:t>
          </a:r>
        </a:p>
      </dgm:t>
    </dgm:pt>
    <dgm:pt modelId="{E46CADC2-F43A-4037-86F1-AB361060928F}" type="parTrans" cxnId="{C0EE69CA-29F8-498A-9664-B03FC90EF34C}">
      <dgm:prSet/>
      <dgm:spPr/>
      <dgm:t>
        <a:bodyPr/>
        <a:lstStyle/>
        <a:p>
          <a:endParaRPr lang="en-US"/>
        </a:p>
      </dgm:t>
    </dgm:pt>
    <dgm:pt modelId="{E3D8DC27-8922-4861-9230-B0DF74E76DBA}" type="sibTrans" cxnId="{C0EE69CA-29F8-498A-9664-B03FC90EF34C}">
      <dgm:prSet/>
      <dgm:spPr/>
      <dgm:t>
        <a:bodyPr/>
        <a:lstStyle/>
        <a:p>
          <a:endParaRPr lang="en-US"/>
        </a:p>
      </dgm:t>
    </dgm:pt>
    <dgm:pt modelId="{6B1D902E-5FAB-4297-A8A9-7A8BA56305A3}">
      <dgm:prSet/>
      <dgm:spPr/>
      <dgm:t>
        <a:bodyPr/>
        <a:lstStyle/>
        <a:p>
          <a:r>
            <a:rPr lang="en-US"/>
            <a:t>Ensemble vide</a:t>
          </a:r>
        </a:p>
      </dgm:t>
    </dgm:pt>
    <dgm:pt modelId="{22356B41-3B60-4217-BC92-0146BCA74930}" type="parTrans" cxnId="{5FC0B275-2230-4D21-BC43-8F06CA622B3F}">
      <dgm:prSet/>
      <dgm:spPr/>
      <dgm:t>
        <a:bodyPr/>
        <a:lstStyle/>
        <a:p>
          <a:endParaRPr lang="en-US"/>
        </a:p>
      </dgm:t>
    </dgm:pt>
    <dgm:pt modelId="{07F6F9D4-A2C1-4C23-84B4-65EC4CD9881C}" type="sibTrans" cxnId="{5FC0B275-2230-4D21-BC43-8F06CA622B3F}">
      <dgm:prSet/>
      <dgm:spPr/>
      <dgm:t>
        <a:bodyPr/>
        <a:lstStyle/>
        <a:p>
          <a:endParaRPr lang="en-US"/>
        </a:p>
      </dgm:t>
    </dgm:pt>
    <dgm:pt modelId="{DDD3B089-A38D-4A70-8B80-B4D626F346A0}">
      <dgm:prSet/>
      <dgm:spPr/>
      <dgm:t>
        <a:bodyPr/>
        <a:lstStyle/>
        <a:p>
          <a:r>
            <a:rPr lang="en-US"/>
            <a:t>∅ ne contient aucun élément</a:t>
          </a:r>
        </a:p>
      </dgm:t>
    </dgm:pt>
    <dgm:pt modelId="{BE4B509F-B0B2-4277-B7CA-3129608EF5B3}" type="parTrans" cxnId="{4BAEEFA2-538B-4785-A339-B6D216E4E3A6}">
      <dgm:prSet/>
      <dgm:spPr/>
      <dgm:t>
        <a:bodyPr/>
        <a:lstStyle/>
        <a:p>
          <a:endParaRPr lang="en-US"/>
        </a:p>
      </dgm:t>
    </dgm:pt>
    <dgm:pt modelId="{807B2BCF-CDC5-40D9-AFCE-A4F42C39AAC8}" type="sibTrans" cxnId="{4BAEEFA2-538B-4785-A339-B6D216E4E3A6}">
      <dgm:prSet/>
      <dgm:spPr/>
      <dgm:t>
        <a:bodyPr/>
        <a:lstStyle/>
        <a:p>
          <a:endParaRPr lang="en-US"/>
        </a:p>
      </dgm:t>
    </dgm:pt>
    <dgm:pt modelId="{A9265605-A195-4F3B-8E08-75CE7E7E0DCE}">
      <dgm:prSet/>
      <dgm:spPr/>
      <dgm:t>
        <a:bodyPr/>
        <a:lstStyle/>
        <a:p>
          <a:r>
            <a:rPr lang="en-US"/>
            <a:t>Appartenance</a:t>
          </a:r>
        </a:p>
      </dgm:t>
    </dgm:pt>
    <dgm:pt modelId="{992B02B8-8C15-4C1C-A192-EC4D6717C7D6}" type="parTrans" cxnId="{D173039D-CBDD-4F77-9461-D224C1E02E10}">
      <dgm:prSet/>
      <dgm:spPr/>
      <dgm:t>
        <a:bodyPr/>
        <a:lstStyle/>
        <a:p>
          <a:endParaRPr lang="en-US"/>
        </a:p>
      </dgm:t>
    </dgm:pt>
    <dgm:pt modelId="{66832F26-747C-4454-B701-62FD95CC24AE}" type="sibTrans" cxnId="{D173039D-CBDD-4F77-9461-D224C1E02E10}">
      <dgm:prSet/>
      <dgm:spPr/>
      <dgm:t>
        <a:bodyPr/>
        <a:lstStyle/>
        <a:p>
          <a:endParaRPr lang="en-US"/>
        </a:p>
      </dgm:t>
    </dgm:pt>
    <dgm:pt modelId="{8EFA6F72-6C9A-4588-91C1-31D253A6EFBA}">
      <dgm:prSet/>
      <dgm:spPr/>
      <dgm:t>
        <a:bodyPr/>
        <a:lstStyle/>
        <a:p>
          <a:r>
            <a:rPr lang="en-US"/>
            <a:t>x ∈ E (ou x ∉ E)</a:t>
          </a:r>
        </a:p>
      </dgm:t>
    </dgm:pt>
    <dgm:pt modelId="{A9C7CEAD-0313-4748-A300-CABD066BD154}" type="parTrans" cxnId="{9CBFE12D-2AD8-4A16-988D-C23B6496B1F8}">
      <dgm:prSet/>
      <dgm:spPr/>
      <dgm:t>
        <a:bodyPr/>
        <a:lstStyle/>
        <a:p>
          <a:endParaRPr lang="en-US"/>
        </a:p>
      </dgm:t>
    </dgm:pt>
    <dgm:pt modelId="{815492D7-B562-40FD-B27F-2E3E0270D313}" type="sibTrans" cxnId="{9CBFE12D-2AD8-4A16-988D-C23B6496B1F8}">
      <dgm:prSet/>
      <dgm:spPr/>
      <dgm:t>
        <a:bodyPr/>
        <a:lstStyle/>
        <a:p>
          <a:endParaRPr lang="en-US"/>
        </a:p>
      </dgm:t>
    </dgm:pt>
    <dgm:pt modelId="{21D0A633-F63A-44AC-B92B-7E04984FA891}" type="pres">
      <dgm:prSet presAssocID="{DB7FF639-56CB-4AA5-A673-948708BB4104}" presName="linear" presStyleCnt="0">
        <dgm:presLayoutVars>
          <dgm:dir/>
          <dgm:animLvl val="lvl"/>
          <dgm:resizeHandles val="exact"/>
        </dgm:presLayoutVars>
      </dgm:prSet>
      <dgm:spPr/>
    </dgm:pt>
    <dgm:pt modelId="{2B29120F-AF61-4D0D-9EF8-A2E71AB8C9D7}" type="pres">
      <dgm:prSet presAssocID="{3CC5B844-F22F-4447-8F2C-502CD03E4FDF}" presName="parentLin" presStyleCnt="0"/>
      <dgm:spPr/>
    </dgm:pt>
    <dgm:pt modelId="{36B627D7-F801-4641-89CE-1ACF0CD6AFCF}" type="pres">
      <dgm:prSet presAssocID="{3CC5B844-F22F-4447-8F2C-502CD03E4FDF}" presName="parentLeftMargin" presStyleLbl="node1" presStyleIdx="0" presStyleCnt="3"/>
      <dgm:spPr/>
    </dgm:pt>
    <dgm:pt modelId="{F6E685C4-BC24-4FD1-9C9A-1853B8CDEBF5}" type="pres">
      <dgm:prSet presAssocID="{3CC5B844-F22F-4447-8F2C-502CD03E4FDF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6D859B47-E360-4766-8C3E-CF648784438B}" type="pres">
      <dgm:prSet presAssocID="{3CC5B844-F22F-4447-8F2C-502CD03E4FDF}" presName="negativeSpace" presStyleCnt="0"/>
      <dgm:spPr/>
    </dgm:pt>
    <dgm:pt modelId="{611C0FC8-2F55-4AB0-8394-4E281621242E}" type="pres">
      <dgm:prSet presAssocID="{3CC5B844-F22F-4447-8F2C-502CD03E4FDF}" presName="childText" presStyleLbl="conFgAcc1" presStyleIdx="0" presStyleCnt="3">
        <dgm:presLayoutVars>
          <dgm:bulletEnabled val="1"/>
        </dgm:presLayoutVars>
      </dgm:prSet>
      <dgm:spPr/>
    </dgm:pt>
    <dgm:pt modelId="{6ADD20E4-9EF9-4A29-A7C4-96FB0C15929C}" type="pres">
      <dgm:prSet presAssocID="{2E4928D6-9F1C-4D0D-ADF4-BA669AFFA0C6}" presName="spaceBetweenRectangles" presStyleCnt="0"/>
      <dgm:spPr/>
    </dgm:pt>
    <dgm:pt modelId="{88601494-9472-4B5B-B0CD-C6C6EB012B77}" type="pres">
      <dgm:prSet presAssocID="{6B1D902E-5FAB-4297-A8A9-7A8BA56305A3}" presName="parentLin" presStyleCnt="0"/>
      <dgm:spPr/>
    </dgm:pt>
    <dgm:pt modelId="{6EF068BD-E18D-4D0E-9E05-2BDA56444EB1}" type="pres">
      <dgm:prSet presAssocID="{6B1D902E-5FAB-4297-A8A9-7A8BA56305A3}" presName="parentLeftMargin" presStyleLbl="node1" presStyleIdx="0" presStyleCnt="3"/>
      <dgm:spPr/>
    </dgm:pt>
    <dgm:pt modelId="{F821F427-E22C-4733-BD5B-5A332A641C23}" type="pres">
      <dgm:prSet presAssocID="{6B1D902E-5FAB-4297-A8A9-7A8BA56305A3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96889D6A-2641-4153-83B3-132AE88B5510}" type="pres">
      <dgm:prSet presAssocID="{6B1D902E-5FAB-4297-A8A9-7A8BA56305A3}" presName="negativeSpace" presStyleCnt="0"/>
      <dgm:spPr/>
    </dgm:pt>
    <dgm:pt modelId="{881993C3-EE60-4C13-9890-EF8EE4A9D343}" type="pres">
      <dgm:prSet presAssocID="{6B1D902E-5FAB-4297-A8A9-7A8BA56305A3}" presName="childText" presStyleLbl="conFgAcc1" presStyleIdx="1" presStyleCnt="3">
        <dgm:presLayoutVars>
          <dgm:bulletEnabled val="1"/>
        </dgm:presLayoutVars>
      </dgm:prSet>
      <dgm:spPr/>
    </dgm:pt>
    <dgm:pt modelId="{5310F450-7A8B-4A33-80F3-505A4BD231C9}" type="pres">
      <dgm:prSet presAssocID="{07F6F9D4-A2C1-4C23-84B4-65EC4CD9881C}" presName="spaceBetweenRectangles" presStyleCnt="0"/>
      <dgm:spPr/>
    </dgm:pt>
    <dgm:pt modelId="{8CD800E4-E89F-417B-8F44-8BFA5D70E6CC}" type="pres">
      <dgm:prSet presAssocID="{A9265605-A195-4F3B-8E08-75CE7E7E0DCE}" presName="parentLin" presStyleCnt="0"/>
      <dgm:spPr/>
    </dgm:pt>
    <dgm:pt modelId="{1A6F433C-881C-462D-9D97-48792ED82829}" type="pres">
      <dgm:prSet presAssocID="{A9265605-A195-4F3B-8E08-75CE7E7E0DCE}" presName="parentLeftMargin" presStyleLbl="node1" presStyleIdx="1" presStyleCnt="3"/>
      <dgm:spPr/>
    </dgm:pt>
    <dgm:pt modelId="{0E5BB2FA-1257-4649-BEC2-D22408D281B4}" type="pres">
      <dgm:prSet presAssocID="{A9265605-A195-4F3B-8E08-75CE7E7E0DCE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F893B5FF-EB0D-4904-945F-082FC46D0806}" type="pres">
      <dgm:prSet presAssocID="{A9265605-A195-4F3B-8E08-75CE7E7E0DCE}" presName="negativeSpace" presStyleCnt="0"/>
      <dgm:spPr/>
    </dgm:pt>
    <dgm:pt modelId="{BC010ACD-631B-43AC-9557-3D9271A2C375}" type="pres">
      <dgm:prSet presAssocID="{A9265605-A195-4F3B-8E08-75CE7E7E0DCE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9CBFE12D-2AD8-4A16-988D-C23B6496B1F8}" srcId="{A9265605-A195-4F3B-8E08-75CE7E7E0DCE}" destId="{8EFA6F72-6C9A-4588-91C1-31D253A6EFBA}" srcOrd="0" destOrd="0" parTransId="{A9C7CEAD-0313-4748-A300-CABD066BD154}" sibTransId="{815492D7-B562-40FD-B27F-2E3E0270D313}"/>
    <dgm:cxn modelId="{DDDBE92F-7E59-42D8-BF4A-AFE3D8C6F670}" type="presOf" srcId="{22088377-30C8-49A7-8C81-504033F5A01B}" destId="{611C0FC8-2F55-4AB0-8394-4E281621242E}" srcOrd="0" destOrd="0" presId="urn:microsoft.com/office/officeart/2005/8/layout/list1"/>
    <dgm:cxn modelId="{4ACBDB51-A83B-430E-8B98-1AC38FF9F65D}" type="presOf" srcId="{6B1D902E-5FAB-4297-A8A9-7A8BA56305A3}" destId="{6EF068BD-E18D-4D0E-9E05-2BDA56444EB1}" srcOrd="0" destOrd="0" presId="urn:microsoft.com/office/officeart/2005/8/layout/list1"/>
    <dgm:cxn modelId="{5FC0B275-2230-4D21-BC43-8F06CA622B3F}" srcId="{DB7FF639-56CB-4AA5-A673-948708BB4104}" destId="{6B1D902E-5FAB-4297-A8A9-7A8BA56305A3}" srcOrd="1" destOrd="0" parTransId="{22356B41-3B60-4217-BC92-0146BCA74930}" sibTransId="{07F6F9D4-A2C1-4C23-84B4-65EC4CD9881C}"/>
    <dgm:cxn modelId="{925E0977-D6AC-41A1-9E5A-6BF8B970CAB2}" type="presOf" srcId="{8EFA6F72-6C9A-4588-91C1-31D253A6EFBA}" destId="{BC010ACD-631B-43AC-9557-3D9271A2C375}" srcOrd="0" destOrd="0" presId="urn:microsoft.com/office/officeart/2005/8/layout/list1"/>
    <dgm:cxn modelId="{83E3C357-0ED2-49C0-9DA6-D8728D6FD44B}" srcId="{DB7FF639-56CB-4AA5-A673-948708BB4104}" destId="{3CC5B844-F22F-4447-8F2C-502CD03E4FDF}" srcOrd="0" destOrd="0" parTransId="{FC4BDE1E-8203-4A2D-8A35-936568FB073C}" sibTransId="{2E4928D6-9F1C-4D0D-ADF4-BA669AFFA0C6}"/>
    <dgm:cxn modelId="{CAFB507F-5BD8-4979-B510-876E488B24C0}" type="presOf" srcId="{3CC5B844-F22F-4447-8F2C-502CD03E4FDF}" destId="{36B627D7-F801-4641-89CE-1ACF0CD6AFCF}" srcOrd="0" destOrd="0" presId="urn:microsoft.com/office/officeart/2005/8/layout/list1"/>
    <dgm:cxn modelId="{3721E289-EDC8-4B6A-8DDE-9846C3CEA888}" type="presOf" srcId="{DDD3B089-A38D-4A70-8B80-B4D626F346A0}" destId="{881993C3-EE60-4C13-9890-EF8EE4A9D343}" srcOrd="0" destOrd="0" presId="urn:microsoft.com/office/officeart/2005/8/layout/list1"/>
    <dgm:cxn modelId="{638F518C-BD9A-438E-AC0B-9FA605340605}" type="presOf" srcId="{0E358AB1-9D20-4DF0-889E-D5C9646E9DF1}" destId="{611C0FC8-2F55-4AB0-8394-4E281621242E}" srcOrd="0" destOrd="1" presId="urn:microsoft.com/office/officeart/2005/8/layout/list1"/>
    <dgm:cxn modelId="{D173039D-CBDD-4F77-9461-D224C1E02E10}" srcId="{DB7FF639-56CB-4AA5-A673-948708BB4104}" destId="{A9265605-A195-4F3B-8E08-75CE7E7E0DCE}" srcOrd="2" destOrd="0" parTransId="{992B02B8-8C15-4C1C-A192-EC4D6717C7D6}" sibTransId="{66832F26-747C-4454-B701-62FD95CC24AE}"/>
    <dgm:cxn modelId="{4BAEEFA2-538B-4785-A339-B6D216E4E3A6}" srcId="{6B1D902E-5FAB-4297-A8A9-7A8BA56305A3}" destId="{DDD3B089-A38D-4A70-8B80-B4D626F346A0}" srcOrd="0" destOrd="0" parTransId="{BE4B509F-B0B2-4277-B7CA-3129608EF5B3}" sibTransId="{807B2BCF-CDC5-40D9-AFCE-A4F42C39AAC8}"/>
    <dgm:cxn modelId="{772875B8-60CB-4C59-AF81-A702BDA46A8E}" type="presOf" srcId="{A9265605-A195-4F3B-8E08-75CE7E7E0DCE}" destId="{1A6F433C-881C-462D-9D97-48792ED82829}" srcOrd="0" destOrd="0" presId="urn:microsoft.com/office/officeart/2005/8/layout/list1"/>
    <dgm:cxn modelId="{C0EE69CA-29F8-498A-9664-B03FC90EF34C}" srcId="{3CC5B844-F22F-4447-8F2C-502CD03E4FDF}" destId="{0E358AB1-9D20-4DF0-889E-D5C9646E9DF1}" srcOrd="1" destOrd="0" parTransId="{E46CADC2-F43A-4037-86F1-AB361060928F}" sibTransId="{E3D8DC27-8922-4861-9230-B0DF74E76DBA}"/>
    <dgm:cxn modelId="{6BD667DD-6568-45F6-9B06-20BC352ED7E0}" srcId="{3CC5B844-F22F-4447-8F2C-502CD03E4FDF}" destId="{22088377-30C8-49A7-8C81-504033F5A01B}" srcOrd="0" destOrd="0" parTransId="{79E28B7C-E1BA-4E28-B9A3-3478FC797CDC}" sibTransId="{72277B70-9818-4E89-A1BF-23323CBD57AA}"/>
    <dgm:cxn modelId="{FFA95AE4-CFF5-4C40-A064-8AAB03FD76F5}" type="presOf" srcId="{3CC5B844-F22F-4447-8F2C-502CD03E4FDF}" destId="{F6E685C4-BC24-4FD1-9C9A-1853B8CDEBF5}" srcOrd="1" destOrd="0" presId="urn:microsoft.com/office/officeart/2005/8/layout/list1"/>
    <dgm:cxn modelId="{E0D8C3E7-D8CB-422E-8802-8A90C7230813}" type="presOf" srcId="{A9265605-A195-4F3B-8E08-75CE7E7E0DCE}" destId="{0E5BB2FA-1257-4649-BEC2-D22408D281B4}" srcOrd="1" destOrd="0" presId="urn:microsoft.com/office/officeart/2005/8/layout/list1"/>
    <dgm:cxn modelId="{94B757E9-C327-44EB-B4C6-1EFCCEC62288}" type="presOf" srcId="{6B1D902E-5FAB-4297-A8A9-7A8BA56305A3}" destId="{F821F427-E22C-4733-BD5B-5A332A641C23}" srcOrd="1" destOrd="0" presId="urn:microsoft.com/office/officeart/2005/8/layout/list1"/>
    <dgm:cxn modelId="{A9E725F0-DC60-4543-81AB-32730121AF98}" type="presOf" srcId="{DB7FF639-56CB-4AA5-A673-948708BB4104}" destId="{21D0A633-F63A-44AC-B92B-7E04984FA891}" srcOrd="0" destOrd="0" presId="urn:microsoft.com/office/officeart/2005/8/layout/list1"/>
    <dgm:cxn modelId="{F9FF9188-1477-475C-A6F3-3320174A7CA7}" type="presParOf" srcId="{21D0A633-F63A-44AC-B92B-7E04984FA891}" destId="{2B29120F-AF61-4D0D-9EF8-A2E71AB8C9D7}" srcOrd="0" destOrd="0" presId="urn:microsoft.com/office/officeart/2005/8/layout/list1"/>
    <dgm:cxn modelId="{7102BEE0-298A-428A-AB27-56C80B4F0E16}" type="presParOf" srcId="{2B29120F-AF61-4D0D-9EF8-A2E71AB8C9D7}" destId="{36B627D7-F801-4641-89CE-1ACF0CD6AFCF}" srcOrd="0" destOrd="0" presId="urn:microsoft.com/office/officeart/2005/8/layout/list1"/>
    <dgm:cxn modelId="{BE98CCF2-0794-4EA3-92AC-B8A0CF9F687A}" type="presParOf" srcId="{2B29120F-AF61-4D0D-9EF8-A2E71AB8C9D7}" destId="{F6E685C4-BC24-4FD1-9C9A-1853B8CDEBF5}" srcOrd="1" destOrd="0" presId="urn:microsoft.com/office/officeart/2005/8/layout/list1"/>
    <dgm:cxn modelId="{08417B29-ADAC-46E8-BBE6-FF1051B36C2A}" type="presParOf" srcId="{21D0A633-F63A-44AC-B92B-7E04984FA891}" destId="{6D859B47-E360-4766-8C3E-CF648784438B}" srcOrd="1" destOrd="0" presId="urn:microsoft.com/office/officeart/2005/8/layout/list1"/>
    <dgm:cxn modelId="{614576B6-9D1F-4B38-9278-B25C58BAAE6E}" type="presParOf" srcId="{21D0A633-F63A-44AC-B92B-7E04984FA891}" destId="{611C0FC8-2F55-4AB0-8394-4E281621242E}" srcOrd="2" destOrd="0" presId="urn:microsoft.com/office/officeart/2005/8/layout/list1"/>
    <dgm:cxn modelId="{90869EC6-9376-48E3-B8E0-4D48AB78B41A}" type="presParOf" srcId="{21D0A633-F63A-44AC-B92B-7E04984FA891}" destId="{6ADD20E4-9EF9-4A29-A7C4-96FB0C15929C}" srcOrd="3" destOrd="0" presId="urn:microsoft.com/office/officeart/2005/8/layout/list1"/>
    <dgm:cxn modelId="{8DACC872-5457-4557-B8B6-0C2D78251385}" type="presParOf" srcId="{21D0A633-F63A-44AC-B92B-7E04984FA891}" destId="{88601494-9472-4B5B-B0CD-C6C6EB012B77}" srcOrd="4" destOrd="0" presId="urn:microsoft.com/office/officeart/2005/8/layout/list1"/>
    <dgm:cxn modelId="{673EF946-05AE-486C-895D-10446B115591}" type="presParOf" srcId="{88601494-9472-4B5B-B0CD-C6C6EB012B77}" destId="{6EF068BD-E18D-4D0E-9E05-2BDA56444EB1}" srcOrd="0" destOrd="0" presId="urn:microsoft.com/office/officeart/2005/8/layout/list1"/>
    <dgm:cxn modelId="{9B554F5A-4CF3-4D83-AEB6-081608BC11E3}" type="presParOf" srcId="{88601494-9472-4B5B-B0CD-C6C6EB012B77}" destId="{F821F427-E22C-4733-BD5B-5A332A641C23}" srcOrd="1" destOrd="0" presId="urn:microsoft.com/office/officeart/2005/8/layout/list1"/>
    <dgm:cxn modelId="{10907862-BE79-4237-BD5E-8C3CB1412F8A}" type="presParOf" srcId="{21D0A633-F63A-44AC-B92B-7E04984FA891}" destId="{96889D6A-2641-4153-83B3-132AE88B5510}" srcOrd="5" destOrd="0" presId="urn:microsoft.com/office/officeart/2005/8/layout/list1"/>
    <dgm:cxn modelId="{4CE42A09-0EED-468A-B8A4-E5004386B34A}" type="presParOf" srcId="{21D0A633-F63A-44AC-B92B-7E04984FA891}" destId="{881993C3-EE60-4C13-9890-EF8EE4A9D343}" srcOrd="6" destOrd="0" presId="urn:microsoft.com/office/officeart/2005/8/layout/list1"/>
    <dgm:cxn modelId="{EF92FBD1-1DFA-44E0-8C2C-E3C404A05305}" type="presParOf" srcId="{21D0A633-F63A-44AC-B92B-7E04984FA891}" destId="{5310F450-7A8B-4A33-80F3-505A4BD231C9}" srcOrd="7" destOrd="0" presId="urn:microsoft.com/office/officeart/2005/8/layout/list1"/>
    <dgm:cxn modelId="{111A927B-1628-463B-B65F-230A96EF7FF0}" type="presParOf" srcId="{21D0A633-F63A-44AC-B92B-7E04984FA891}" destId="{8CD800E4-E89F-417B-8F44-8BFA5D70E6CC}" srcOrd="8" destOrd="0" presId="urn:microsoft.com/office/officeart/2005/8/layout/list1"/>
    <dgm:cxn modelId="{4753883C-1FEE-4B48-9438-1129FDB18068}" type="presParOf" srcId="{8CD800E4-E89F-417B-8F44-8BFA5D70E6CC}" destId="{1A6F433C-881C-462D-9D97-48792ED82829}" srcOrd="0" destOrd="0" presId="urn:microsoft.com/office/officeart/2005/8/layout/list1"/>
    <dgm:cxn modelId="{BB68C82D-492F-437A-AEEA-3DC450A5E8BE}" type="presParOf" srcId="{8CD800E4-E89F-417B-8F44-8BFA5D70E6CC}" destId="{0E5BB2FA-1257-4649-BEC2-D22408D281B4}" srcOrd="1" destOrd="0" presId="urn:microsoft.com/office/officeart/2005/8/layout/list1"/>
    <dgm:cxn modelId="{EAD8D3E2-D1E8-430E-94A5-C79CFD325DBD}" type="presParOf" srcId="{21D0A633-F63A-44AC-B92B-7E04984FA891}" destId="{F893B5FF-EB0D-4904-945F-082FC46D0806}" srcOrd="9" destOrd="0" presId="urn:microsoft.com/office/officeart/2005/8/layout/list1"/>
    <dgm:cxn modelId="{D8232CD5-97FB-42A5-9E58-A913DA2724A9}" type="presParOf" srcId="{21D0A633-F63A-44AC-B92B-7E04984FA891}" destId="{BC010ACD-631B-43AC-9557-3D9271A2C375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49E507C-8215-48E5-8B5B-44E3C65D9893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D20C992-3B3F-4B0B-8200-144C20663D0C}">
      <dgm:prSet/>
      <dgm:spPr/>
      <dgm:t>
        <a:bodyPr/>
        <a:lstStyle/>
        <a:p>
          <a:r>
            <a:rPr lang="en-US"/>
            <a:t>E ⊂ F ⇔ ∀x∈E (x∈F)</a:t>
          </a:r>
        </a:p>
      </dgm:t>
    </dgm:pt>
    <dgm:pt modelId="{ACEA49EE-8A16-4565-AFCD-25BB1FB9D2DA}" type="parTrans" cxnId="{4F14F417-8C9B-4D21-A53F-7175E803571B}">
      <dgm:prSet/>
      <dgm:spPr/>
      <dgm:t>
        <a:bodyPr/>
        <a:lstStyle/>
        <a:p>
          <a:endParaRPr lang="en-US"/>
        </a:p>
      </dgm:t>
    </dgm:pt>
    <dgm:pt modelId="{B996B417-9124-4F3C-8E01-35BC9F41D0A0}" type="sibTrans" cxnId="{4F14F417-8C9B-4D21-A53F-7175E803571B}">
      <dgm:prSet/>
      <dgm:spPr/>
      <dgm:t>
        <a:bodyPr/>
        <a:lstStyle/>
        <a:p>
          <a:endParaRPr lang="en-US"/>
        </a:p>
      </dgm:t>
    </dgm:pt>
    <dgm:pt modelId="{0B927371-B2F2-4FA5-901C-0C6B7854E769}">
      <dgm:prSet/>
      <dgm:spPr/>
      <dgm:t>
        <a:bodyPr/>
        <a:lstStyle/>
        <a:p>
          <a:r>
            <a:rPr lang="en-US"/>
            <a:t>E = F ⇔ (E ⊂ F et F ⊂ E)</a:t>
          </a:r>
        </a:p>
      </dgm:t>
    </dgm:pt>
    <dgm:pt modelId="{D9CB90CE-A9F6-45A3-A119-82B9D8D256A8}" type="parTrans" cxnId="{FA87B0E0-FA76-41BB-AE1B-EF8B7F709F22}">
      <dgm:prSet/>
      <dgm:spPr/>
      <dgm:t>
        <a:bodyPr/>
        <a:lstStyle/>
        <a:p>
          <a:endParaRPr lang="en-US"/>
        </a:p>
      </dgm:t>
    </dgm:pt>
    <dgm:pt modelId="{0EFFE347-3B1C-418D-8359-40D4BF0DDD45}" type="sibTrans" cxnId="{FA87B0E0-FA76-41BB-AE1B-EF8B7F709F22}">
      <dgm:prSet/>
      <dgm:spPr/>
      <dgm:t>
        <a:bodyPr/>
        <a:lstStyle/>
        <a:p>
          <a:endParaRPr lang="en-US"/>
        </a:p>
      </dgm:t>
    </dgm:pt>
    <dgm:pt modelId="{AC10F988-ECA6-4641-91A2-CE0161CC726F}">
      <dgm:prSet/>
      <dgm:spPr/>
      <dgm:t>
        <a:bodyPr/>
        <a:lstStyle/>
        <a:p>
          <a:r>
            <a:rPr lang="en-US"/>
            <a:t>Ensemble des parties P(E)</a:t>
          </a:r>
        </a:p>
      </dgm:t>
    </dgm:pt>
    <dgm:pt modelId="{1E0CE3A2-6B1E-4938-99BB-2534CB1FCEF8}" type="parTrans" cxnId="{1515472A-7016-4CCA-98E4-740C1A1126E5}">
      <dgm:prSet/>
      <dgm:spPr/>
      <dgm:t>
        <a:bodyPr/>
        <a:lstStyle/>
        <a:p>
          <a:endParaRPr lang="en-US"/>
        </a:p>
      </dgm:t>
    </dgm:pt>
    <dgm:pt modelId="{376D2A78-C4BD-4CAE-8351-4F7F235A22C9}" type="sibTrans" cxnId="{1515472A-7016-4CCA-98E4-740C1A1126E5}">
      <dgm:prSet/>
      <dgm:spPr/>
      <dgm:t>
        <a:bodyPr/>
        <a:lstStyle/>
        <a:p>
          <a:endParaRPr lang="en-US"/>
        </a:p>
      </dgm:t>
    </dgm:pt>
    <dgm:pt modelId="{36834658-88B3-4767-8ADB-B80DE55A6269}" type="pres">
      <dgm:prSet presAssocID="{349E507C-8215-48E5-8B5B-44E3C65D9893}" presName="linear" presStyleCnt="0">
        <dgm:presLayoutVars>
          <dgm:animLvl val="lvl"/>
          <dgm:resizeHandles val="exact"/>
        </dgm:presLayoutVars>
      </dgm:prSet>
      <dgm:spPr/>
    </dgm:pt>
    <dgm:pt modelId="{992EFB5F-D320-48F3-A491-73ACFAF5CED2}" type="pres">
      <dgm:prSet presAssocID="{5D20C992-3B3F-4B0B-8200-144C20663D0C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8C171E30-9E6D-409E-8D7F-3615EA1872EE}" type="pres">
      <dgm:prSet presAssocID="{B996B417-9124-4F3C-8E01-35BC9F41D0A0}" presName="spacer" presStyleCnt="0"/>
      <dgm:spPr/>
    </dgm:pt>
    <dgm:pt modelId="{455AAE8F-9CFD-4114-88F2-368EB802A056}" type="pres">
      <dgm:prSet presAssocID="{0B927371-B2F2-4FA5-901C-0C6B7854E769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40DA9818-532E-469E-874E-C12A5E85F30C}" type="pres">
      <dgm:prSet presAssocID="{0EFFE347-3B1C-418D-8359-40D4BF0DDD45}" presName="spacer" presStyleCnt="0"/>
      <dgm:spPr/>
    </dgm:pt>
    <dgm:pt modelId="{72A013F0-9B9A-4E56-B05E-C5664068CD8A}" type="pres">
      <dgm:prSet presAssocID="{AC10F988-ECA6-4641-91A2-CE0161CC726F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4F14F417-8C9B-4D21-A53F-7175E803571B}" srcId="{349E507C-8215-48E5-8B5B-44E3C65D9893}" destId="{5D20C992-3B3F-4B0B-8200-144C20663D0C}" srcOrd="0" destOrd="0" parTransId="{ACEA49EE-8A16-4565-AFCD-25BB1FB9D2DA}" sibTransId="{B996B417-9124-4F3C-8E01-35BC9F41D0A0}"/>
    <dgm:cxn modelId="{0C08D723-C318-4B79-BA26-1321C8FB5E57}" type="presOf" srcId="{0B927371-B2F2-4FA5-901C-0C6B7854E769}" destId="{455AAE8F-9CFD-4114-88F2-368EB802A056}" srcOrd="0" destOrd="0" presId="urn:microsoft.com/office/officeart/2005/8/layout/vList2"/>
    <dgm:cxn modelId="{1515472A-7016-4CCA-98E4-740C1A1126E5}" srcId="{349E507C-8215-48E5-8B5B-44E3C65D9893}" destId="{AC10F988-ECA6-4641-91A2-CE0161CC726F}" srcOrd="2" destOrd="0" parTransId="{1E0CE3A2-6B1E-4938-99BB-2534CB1FCEF8}" sibTransId="{376D2A78-C4BD-4CAE-8351-4F7F235A22C9}"/>
    <dgm:cxn modelId="{520DDE59-C339-4F37-8812-3053404A471A}" type="presOf" srcId="{349E507C-8215-48E5-8B5B-44E3C65D9893}" destId="{36834658-88B3-4767-8ADB-B80DE55A6269}" srcOrd="0" destOrd="0" presId="urn:microsoft.com/office/officeart/2005/8/layout/vList2"/>
    <dgm:cxn modelId="{4321FFBF-072B-471A-8778-FB365DB75529}" type="presOf" srcId="{5D20C992-3B3F-4B0B-8200-144C20663D0C}" destId="{992EFB5F-D320-48F3-A491-73ACFAF5CED2}" srcOrd="0" destOrd="0" presId="urn:microsoft.com/office/officeart/2005/8/layout/vList2"/>
    <dgm:cxn modelId="{7D030ADB-7D23-4DF4-83C7-DAFEA657369D}" type="presOf" srcId="{AC10F988-ECA6-4641-91A2-CE0161CC726F}" destId="{72A013F0-9B9A-4E56-B05E-C5664068CD8A}" srcOrd="0" destOrd="0" presId="urn:microsoft.com/office/officeart/2005/8/layout/vList2"/>
    <dgm:cxn modelId="{FA87B0E0-FA76-41BB-AE1B-EF8B7F709F22}" srcId="{349E507C-8215-48E5-8B5B-44E3C65D9893}" destId="{0B927371-B2F2-4FA5-901C-0C6B7854E769}" srcOrd="1" destOrd="0" parTransId="{D9CB90CE-A9F6-45A3-A119-82B9D8D256A8}" sibTransId="{0EFFE347-3B1C-418D-8359-40D4BF0DDD45}"/>
    <dgm:cxn modelId="{393ED43C-0841-4FDD-8756-6EE174587CA4}" type="presParOf" srcId="{36834658-88B3-4767-8ADB-B80DE55A6269}" destId="{992EFB5F-D320-48F3-A491-73ACFAF5CED2}" srcOrd="0" destOrd="0" presId="urn:microsoft.com/office/officeart/2005/8/layout/vList2"/>
    <dgm:cxn modelId="{DB5E2608-F552-4B8D-BA91-7FD70EDC97F2}" type="presParOf" srcId="{36834658-88B3-4767-8ADB-B80DE55A6269}" destId="{8C171E30-9E6D-409E-8D7F-3615EA1872EE}" srcOrd="1" destOrd="0" presId="urn:microsoft.com/office/officeart/2005/8/layout/vList2"/>
    <dgm:cxn modelId="{B55C3E9B-D2B6-47BB-B0DE-A955B1AE41B1}" type="presParOf" srcId="{36834658-88B3-4767-8ADB-B80DE55A6269}" destId="{455AAE8F-9CFD-4114-88F2-368EB802A056}" srcOrd="2" destOrd="0" presId="urn:microsoft.com/office/officeart/2005/8/layout/vList2"/>
    <dgm:cxn modelId="{DA1FFD5D-F38A-49EE-A852-7AC9D7A9A77A}" type="presParOf" srcId="{36834658-88B3-4767-8ADB-B80DE55A6269}" destId="{40DA9818-532E-469E-874E-C12A5E85F30C}" srcOrd="3" destOrd="0" presId="urn:microsoft.com/office/officeart/2005/8/layout/vList2"/>
    <dgm:cxn modelId="{B511E196-7EF0-4932-BC4F-B870F67D3C67}" type="presParOf" srcId="{36834658-88B3-4767-8ADB-B80DE55A6269}" destId="{72A013F0-9B9A-4E56-B05E-C5664068CD8A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03C1CB8-F0F1-4089-9E1C-98710452DA73}" type="doc">
      <dgm:prSet loTypeId="urn:microsoft.com/office/officeart/2005/8/layout/list1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B39B81F0-FB1F-4D82-989D-8BD05FE95BF7}">
      <dgm:prSet/>
      <dgm:spPr/>
      <dgm:t>
        <a:bodyPr/>
        <a:lstStyle/>
        <a:p>
          <a:r>
            <a:rPr lang="en-US"/>
            <a:t>Union</a:t>
          </a:r>
        </a:p>
      </dgm:t>
    </dgm:pt>
    <dgm:pt modelId="{6A829B3D-5707-40F8-857C-077A78BF5E67}" type="parTrans" cxnId="{72C00E99-D934-4BA1-A14B-43E417C9D14A}">
      <dgm:prSet/>
      <dgm:spPr/>
      <dgm:t>
        <a:bodyPr/>
        <a:lstStyle/>
        <a:p>
          <a:endParaRPr lang="en-US"/>
        </a:p>
      </dgm:t>
    </dgm:pt>
    <dgm:pt modelId="{4DD6DDF3-DEF6-4863-9891-F07DAD3B04C5}" type="sibTrans" cxnId="{72C00E99-D934-4BA1-A14B-43E417C9D14A}">
      <dgm:prSet/>
      <dgm:spPr/>
      <dgm:t>
        <a:bodyPr/>
        <a:lstStyle/>
        <a:p>
          <a:endParaRPr lang="en-US"/>
        </a:p>
      </dgm:t>
    </dgm:pt>
    <dgm:pt modelId="{7993AC36-D756-43FA-9E35-51342740307D}">
      <dgm:prSet/>
      <dgm:spPr/>
      <dgm:t>
        <a:bodyPr/>
        <a:lstStyle/>
        <a:p>
          <a:r>
            <a:rPr lang="en-US"/>
            <a:t>A∪B = {x | x∈A ou x∈B} (OU inclusif)</a:t>
          </a:r>
        </a:p>
      </dgm:t>
    </dgm:pt>
    <dgm:pt modelId="{DFE967E5-EC62-4188-B280-FFD1B831A7A7}" type="parTrans" cxnId="{407748E6-C8E1-40AD-BCA5-4E56894597A9}">
      <dgm:prSet/>
      <dgm:spPr/>
      <dgm:t>
        <a:bodyPr/>
        <a:lstStyle/>
        <a:p>
          <a:endParaRPr lang="en-US"/>
        </a:p>
      </dgm:t>
    </dgm:pt>
    <dgm:pt modelId="{3ECA7D08-D42C-4E7B-AABA-121F8A75C01D}" type="sibTrans" cxnId="{407748E6-C8E1-40AD-BCA5-4E56894597A9}">
      <dgm:prSet/>
      <dgm:spPr/>
      <dgm:t>
        <a:bodyPr/>
        <a:lstStyle/>
        <a:p>
          <a:endParaRPr lang="en-US"/>
        </a:p>
      </dgm:t>
    </dgm:pt>
    <dgm:pt modelId="{4AF0DCAD-CB70-4A2E-966C-0AF5C28BF03E}">
      <dgm:prSet/>
      <dgm:spPr/>
      <dgm:t>
        <a:bodyPr/>
        <a:lstStyle/>
        <a:p>
          <a:r>
            <a:rPr lang="en-US"/>
            <a:t>Intersection</a:t>
          </a:r>
        </a:p>
      </dgm:t>
    </dgm:pt>
    <dgm:pt modelId="{53C90CCC-4444-48E9-A8D2-3531F6F8C1F4}" type="parTrans" cxnId="{7240DBCF-D27E-4284-82D2-0E7C5B2FA656}">
      <dgm:prSet/>
      <dgm:spPr/>
      <dgm:t>
        <a:bodyPr/>
        <a:lstStyle/>
        <a:p>
          <a:endParaRPr lang="en-US"/>
        </a:p>
      </dgm:t>
    </dgm:pt>
    <dgm:pt modelId="{C422E48F-A5C1-4AF9-9320-D68EC885EB75}" type="sibTrans" cxnId="{7240DBCF-D27E-4284-82D2-0E7C5B2FA656}">
      <dgm:prSet/>
      <dgm:spPr/>
      <dgm:t>
        <a:bodyPr/>
        <a:lstStyle/>
        <a:p>
          <a:endParaRPr lang="en-US"/>
        </a:p>
      </dgm:t>
    </dgm:pt>
    <dgm:pt modelId="{8A1310B8-2003-422C-B07C-97C22BAE50D9}">
      <dgm:prSet/>
      <dgm:spPr/>
      <dgm:t>
        <a:bodyPr/>
        <a:lstStyle/>
        <a:p>
          <a:r>
            <a:rPr lang="en-US"/>
            <a:t>A∩B = {x | x∈A et x∈B}</a:t>
          </a:r>
        </a:p>
      </dgm:t>
    </dgm:pt>
    <dgm:pt modelId="{0B0017FB-7027-4008-ABCA-BA6EA721B274}" type="parTrans" cxnId="{F7DECCBE-DE21-4AFD-B396-FF96A4F2A5DB}">
      <dgm:prSet/>
      <dgm:spPr/>
      <dgm:t>
        <a:bodyPr/>
        <a:lstStyle/>
        <a:p>
          <a:endParaRPr lang="en-US"/>
        </a:p>
      </dgm:t>
    </dgm:pt>
    <dgm:pt modelId="{3804169C-576B-4C7F-8FFB-ED046BE04725}" type="sibTrans" cxnId="{F7DECCBE-DE21-4AFD-B396-FF96A4F2A5DB}">
      <dgm:prSet/>
      <dgm:spPr/>
      <dgm:t>
        <a:bodyPr/>
        <a:lstStyle/>
        <a:p>
          <a:endParaRPr lang="en-US"/>
        </a:p>
      </dgm:t>
    </dgm:pt>
    <dgm:pt modelId="{92E0EB51-843B-4AD0-B825-FE5589E730CA}">
      <dgm:prSet/>
      <dgm:spPr/>
      <dgm:t>
        <a:bodyPr/>
        <a:lstStyle/>
        <a:p>
          <a:r>
            <a:rPr lang="en-US"/>
            <a:t>Complémentaire</a:t>
          </a:r>
        </a:p>
      </dgm:t>
    </dgm:pt>
    <dgm:pt modelId="{8BDD5551-FBCB-43E4-9722-D5A734E8A66B}" type="parTrans" cxnId="{5E684CAB-1C9B-426D-B7E7-657A02ABCAF4}">
      <dgm:prSet/>
      <dgm:spPr/>
      <dgm:t>
        <a:bodyPr/>
        <a:lstStyle/>
        <a:p>
          <a:endParaRPr lang="en-US"/>
        </a:p>
      </dgm:t>
    </dgm:pt>
    <dgm:pt modelId="{D9D45C3C-EBC5-4FD4-B52D-335A34E46E80}" type="sibTrans" cxnId="{5E684CAB-1C9B-426D-B7E7-657A02ABCAF4}">
      <dgm:prSet/>
      <dgm:spPr/>
      <dgm:t>
        <a:bodyPr/>
        <a:lstStyle/>
        <a:p>
          <a:endParaRPr lang="en-US"/>
        </a:p>
      </dgm:t>
    </dgm:pt>
    <dgm:pt modelId="{6C1455F4-5012-4EE0-88E4-3F426263115E}">
      <dgm:prSet/>
      <dgm:spPr/>
      <dgm:t>
        <a:bodyPr/>
        <a:lstStyle/>
        <a:p>
          <a:r>
            <a:rPr lang="en-US"/>
            <a:t>E\A = {x∈E | x∉A}</a:t>
          </a:r>
        </a:p>
      </dgm:t>
    </dgm:pt>
    <dgm:pt modelId="{A9C05A97-10BA-405C-A067-ADD56C4AE3F1}" type="parTrans" cxnId="{D876D85C-6793-4722-96C9-8B3E3AE2BB55}">
      <dgm:prSet/>
      <dgm:spPr/>
      <dgm:t>
        <a:bodyPr/>
        <a:lstStyle/>
        <a:p>
          <a:endParaRPr lang="en-US"/>
        </a:p>
      </dgm:t>
    </dgm:pt>
    <dgm:pt modelId="{A2D0A9F4-D4B3-4ADE-8B19-DADE751610BA}" type="sibTrans" cxnId="{D876D85C-6793-4722-96C9-8B3E3AE2BB55}">
      <dgm:prSet/>
      <dgm:spPr/>
      <dgm:t>
        <a:bodyPr/>
        <a:lstStyle/>
        <a:p>
          <a:endParaRPr lang="en-US"/>
        </a:p>
      </dgm:t>
    </dgm:pt>
    <dgm:pt modelId="{96421DC1-84DF-454E-8573-3E588CC800D6}" type="pres">
      <dgm:prSet presAssocID="{A03C1CB8-F0F1-4089-9E1C-98710452DA73}" presName="linear" presStyleCnt="0">
        <dgm:presLayoutVars>
          <dgm:dir/>
          <dgm:animLvl val="lvl"/>
          <dgm:resizeHandles val="exact"/>
        </dgm:presLayoutVars>
      </dgm:prSet>
      <dgm:spPr/>
    </dgm:pt>
    <dgm:pt modelId="{0267BEFC-98E2-4F09-87CF-467478187398}" type="pres">
      <dgm:prSet presAssocID="{B39B81F0-FB1F-4D82-989D-8BD05FE95BF7}" presName="parentLin" presStyleCnt="0"/>
      <dgm:spPr/>
    </dgm:pt>
    <dgm:pt modelId="{8EE62088-9202-4A6B-BB9F-58A7096B2855}" type="pres">
      <dgm:prSet presAssocID="{B39B81F0-FB1F-4D82-989D-8BD05FE95BF7}" presName="parentLeftMargin" presStyleLbl="node1" presStyleIdx="0" presStyleCnt="3"/>
      <dgm:spPr/>
    </dgm:pt>
    <dgm:pt modelId="{E2F6DA39-5600-4C75-9488-339E7ACBE524}" type="pres">
      <dgm:prSet presAssocID="{B39B81F0-FB1F-4D82-989D-8BD05FE95BF7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F400D5FC-A8F6-4690-BA89-426DD985F6C5}" type="pres">
      <dgm:prSet presAssocID="{B39B81F0-FB1F-4D82-989D-8BD05FE95BF7}" presName="negativeSpace" presStyleCnt="0"/>
      <dgm:spPr/>
    </dgm:pt>
    <dgm:pt modelId="{F5FDF465-E876-469C-AC3D-ECEB86AEFBEF}" type="pres">
      <dgm:prSet presAssocID="{B39B81F0-FB1F-4D82-989D-8BD05FE95BF7}" presName="childText" presStyleLbl="conFgAcc1" presStyleIdx="0" presStyleCnt="3">
        <dgm:presLayoutVars>
          <dgm:bulletEnabled val="1"/>
        </dgm:presLayoutVars>
      </dgm:prSet>
      <dgm:spPr/>
    </dgm:pt>
    <dgm:pt modelId="{8A23FAE9-412A-4639-A638-7EF6A7B2D26F}" type="pres">
      <dgm:prSet presAssocID="{4DD6DDF3-DEF6-4863-9891-F07DAD3B04C5}" presName="spaceBetweenRectangles" presStyleCnt="0"/>
      <dgm:spPr/>
    </dgm:pt>
    <dgm:pt modelId="{E0802183-93B2-48D7-9684-37E72A4C6F47}" type="pres">
      <dgm:prSet presAssocID="{4AF0DCAD-CB70-4A2E-966C-0AF5C28BF03E}" presName="parentLin" presStyleCnt="0"/>
      <dgm:spPr/>
    </dgm:pt>
    <dgm:pt modelId="{3BA05532-1DA5-488B-BFE6-F60B619F68AC}" type="pres">
      <dgm:prSet presAssocID="{4AF0DCAD-CB70-4A2E-966C-0AF5C28BF03E}" presName="parentLeftMargin" presStyleLbl="node1" presStyleIdx="0" presStyleCnt="3"/>
      <dgm:spPr/>
    </dgm:pt>
    <dgm:pt modelId="{90611197-33AB-4FEB-92E7-C1AC8FDD9AB7}" type="pres">
      <dgm:prSet presAssocID="{4AF0DCAD-CB70-4A2E-966C-0AF5C28BF03E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8F0F4661-AD53-490A-9B4F-EB0BB8BFE991}" type="pres">
      <dgm:prSet presAssocID="{4AF0DCAD-CB70-4A2E-966C-0AF5C28BF03E}" presName="negativeSpace" presStyleCnt="0"/>
      <dgm:spPr/>
    </dgm:pt>
    <dgm:pt modelId="{1B7B8DC8-B659-49AE-801E-946590E504A2}" type="pres">
      <dgm:prSet presAssocID="{4AF0DCAD-CB70-4A2E-966C-0AF5C28BF03E}" presName="childText" presStyleLbl="conFgAcc1" presStyleIdx="1" presStyleCnt="3">
        <dgm:presLayoutVars>
          <dgm:bulletEnabled val="1"/>
        </dgm:presLayoutVars>
      </dgm:prSet>
      <dgm:spPr/>
    </dgm:pt>
    <dgm:pt modelId="{A07C0D86-D76F-4379-AE07-820FC908FF79}" type="pres">
      <dgm:prSet presAssocID="{C422E48F-A5C1-4AF9-9320-D68EC885EB75}" presName="spaceBetweenRectangles" presStyleCnt="0"/>
      <dgm:spPr/>
    </dgm:pt>
    <dgm:pt modelId="{7EBD02A1-088C-4BB1-89B8-DAF9F46D2A43}" type="pres">
      <dgm:prSet presAssocID="{92E0EB51-843B-4AD0-B825-FE5589E730CA}" presName="parentLin" presStyleCnt="0"/>
      <dgm:spPr/>
    </dgm:pt>
    <dgm:pt modelId="{44578C0F-0679-456D-B2D6-DEDDDA610C4E}" type="pres">
      <dgm:prSet presAssocID="{92E0EB51-843B-4AD0-B825-FE5589E730CA}" presName="parentLeftMargin" presStyleLbl="node1" presStyleIdx="1" presStyleCnt="3"/>
      <dgm:spPr/>
    </dgm:pt>
    <dgm:pt modelId="{4EA278DA-2512-43B9-A009-CCD83CDA8B98}" type="pres">
      <dgm:prSet presAssocID="{92E0EB51-843B-4AD0-B825-FE5589E730CA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AB91963D-20FD-40E7-9967-32DAB5242118}" type="pres">
      <dgm:prSet presAssocID="{92E0EB51-843B-4AD0-B825-FE5589E730CA}" presName="negativeSpace" presStyleCnt="0"/>
      <dgm:spPr/>
    </dgm:pt>
    <dgm:pt modelId="{AB9FAEEE-1A1D-46AA-9C9C-BAD5DFFB11B7}" type="pres">
      <dgm:prSet presAssocID="{92E0EB51-843B-4AD0-B825-FE5589E730CA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64F8E701-4BC9-4372-BC90-2875D5916E12}" type="presOf" srcId="{92E0EB51-843B-4AD0-B825-FE5589E730CA}" destId="{4EA278DA-2512-43B9-A009-CCD83CDA8B98}" srcOrd="1" destOrd="0" presId="urn:microsoft.com/office/officeart/2005/8/layout/list1"/>
    <dgm:cxn modelId="{3F60F107-0816-4DBD-8FB7-B74B88FCA996}" type="presOf" srcId="{4AF0DCAD-CB70-4A2E-966C-0AF5C28BF03E}" destId="{90611197-33AB-4FEB-92E7-C1AC8FDD9AB7}" srcOrd="1" destOrd="0" presId="urn:microsoft.com/office/officeart/2005/8/layout/list1"/>
    <dgm:cxn modelId="{52BF6E28-3AB5-4B58-AEF7-0E7A503B5A62}" type="presOf" srcId="{A03C1CB8-F0F1-4089-9E1C-98710452DA73}" destId="{96421DC1-84DF-454E-8573-3E588CC800D6}" srcOrd="0" destOrd="0" presId="urn:microsoft.com/office/officeart/2005/8/layout/list1"/>
    <dgm:cxn modelId="{7D3BD736-C953-429E-AB23-28178004B076}" type="presOf" srcId="{92E0EB51-843B-4AD0-B825-FE5589E730CA}" destId="{44578C0F-0679-456D-B2D6-DEDDDA610C4E}" srcOrd="0" destOrd="0" presId="urn:microsoft.com/office/officeart/2005/8/layout/list1"/>
    <dgm:cxn modelId="{D876D85C-6793-4722-96C9-8B3E3AE2BB55}" srcId="{92E0EB51-843B-4AD0-B825-FE5589E730CA}" destId="{6C1455F4-5012-4EE0-88E4-3F426263115E}" srcOrd="0" destOrd="0" parTransId="{A9C05A97-10BA-405C-A067-ADD56C4AE3F1}" sibTransId="{A2D0A9F4-D4B3-4ADE-8B19-DADE751610BA}"/>
    <dgm:cxn modelId="{B9CC555E-41C9-4B0B-AC69-D64794D34A10}" type="presOf" srcId="{B39B81F0-FB1F-4D82-989D-8BD05FE95BF7}" destId="{E2F6DA39-5600-4C75-9488-339E7ACBE524}" srcOrd="1" destOrd="0" presId="urn:microsoft.com/office/officeart/2005/8/layout/list1"/>
    <dgm:cxn modelId="{E2B6BE46-C0A1-4E6D-83BF-4EF98E9E47D8}" type="presOf" srcId="{4AF0DCAD-CB70-4A2E-966C-0AF5C28BF03E}" destId="{3BA05532-1DA5-488B-BFE6-F60B619F68AC}" srcOrd="0" destOrd="0" presId="urn:microsoft.com/office/officeart/2005/8/layout/list1"/>
    <dgm:cxn modelId="{EB2F9D7A-8B39-450E-854C-DB781EDEE023}" type="presOf" srcId="{B39B81F0-FB1F-4D82-989D-8BD05FE95BF7}" destId="{8EE62088-9202-4A6B-BB9F-58A7096B2855}" srcOrd="0" destOrd="0" presId="urn:microsoft.com/office/officeart/2005/8/layout/list1"/>
    <dgm:cxn modelId="{B6AF297C-0D1D-4C86-8434-67FA63DD689A}" type="presOf" srcId="{7993AC36-D756-43FA-9E35-51342740307D}" destId="{F5FDF465-E876-469C-AC3D-ECEB86AEFBEF}" srcOrd="0" destOrd="0" presId="urn:microsoft.com/office/officeart/2005/8/layout/list1"/>
    <dgm:cxn modelId="{E1FBCC98-75D9-454F-B3AB-43123EFEE926}" type="presOf" srcId="{8A1310B8-2003-422C-B07C-97C22BAE50D9}" destId="{1B7B8DC8-B659-49AE-801E-946590E504A2}" srcOrd="0" destOrd="0" presId="urn:microsoft.com/office/officeart/2005/8/layout/list1"/>
    <dgm:cxn modelId="{72C00E99-D934-4BA1-A14B-43E417C9D14A}" srcId="{A03C1CB8-F0F1-4089-9E1C-98710452DA73}" destId="{B39B81F0-FB1F-4D82-989D-8BD05FE95BF7}" srcOrd="0" destOrd="0" parTransId="{6A829B3D-5707-40F8-857C-077A78BF5E67}" sibTransId="{4DD6DDF3-DEF6-4863-9891-F07DAD3B04C5}"/>
    <dgm:cxn modelId="{5E684CAB-1C9B-426D-B7E7-657A02ABCAF4}" srcId="{A03C1CB8-F0F1-4089-9E1C-98710452DA73}" destId="{92E0EB51-843B-4AD0-B825-FE5589E730CA}" srcOrd="2" destOrd="0" parTransId="{8BDD5551-FBCB-43E4-9722-D5A734E8A66B}" sibTransId="{D9D45C3C-EBC5-4FD4-B52D-335A34E46E80}"/>
    <dgm:cxn modelId="{F7DECCBE-DE21-4AFD-B396-FF96A4F2A5DB}" srcId="{4AF0DCAD-CB70-4A2E-966C-0AF5C28BF03E}" destId="{8A1310B8-2003-422C-B07C-97C22BAE50D9}" srcOrd="0" destOrd="0" parTransId="{0B0017FB-7027-4008-ABCA-BA6EA721B274}" sibTransId="{3804169C-576B-4C7F-8FFB-ED046BE04725}"/>
    <dgm:cxn modelId="{7240DBCF-D27E-4284-82D2-0E7C5B2FA656}" srcId="{A03C1CB8-F0F1-4089-9E1C-98710452DA73}" destId="{4AF0DCAD-CB70-4A2E-966C-0AF5C28BF03E}" srcOrd="1" destOrd="0" parTransId="{53C90CCC-4444-48E9-A8D2-3531F6F8C1F4}" sibTransId="{C422E48F-A5C1-4AF9-9320-D68EC885EB75}"/>
    <dgm:cxn modelId="{D2578EDF-4DBE-4B4E-9ED7-F26637EFE35D}" type="presOf" srcId="{6C1455F4-5012-4EE0-88E4-3F426263115E}" destId="{AB9FAEEE-1A1D-46AA-9C9C-BAD5DFFB11B7}" srcOrd="0" destOrd="0" presId="urn:microsoft.com/office/officeart/2005/8/layout/list1"/>
    <dgm:cxn modelId="{407748E6-C8E1-40AD-BCA5-4E56894597A9}" srcId="{B39B81F0-FB1F-4D82-989D-8BD05FE95BF7}" destId="{7993AC36-D756-43FA-9E35-51342740307D}" srcOrd="0" destOrd="0" parTransId="{DFE967E5-EC62-4188-B280-FFD1B831A7A7}" sibTransId="{3ECA7D08-D42C-4E7B-AABA-121F8A75C01D}"/>
    <dgm:cxn modelId="{B44566AB-B5D3-42E9-8F73-114540AA2A58}" type="presParOf" srcId="{96421DC1-84DF-454E-8573-3E588CC800D6}" destId="{0267BEFC-98E2-4F09-87CF-467478187398}" srcOrd="0" destOrd="0" presId="urn:microsoft.com/office/officeart/2005/8/layout/list1"/>
    <dgm:cxn modelId="{3008B030-EB91-4101-8167-0716AEDF995C}" type="presParOf" srcId="{0267BEFC-98E2-4F09-87CF-467478187398}" destId="{8EE62088-9202-4A6B-BB9F-58A7096B2855}" srcOrd="0" destOrd="0" presId="urn:microsoft.com/office/officeart/2005/8/layout/list1"/>
    <dgm:cxn modelId="{A23D962C-DFE1-4C1A-8FCA-B82C3E601540}" type="presParOf" srcId="{0267BEFC-98E2-4F09-87CF-467478187398}" destId="{E2F6DA39-5600-4C75-9488-339E7ACBE524}" srcOrd="1" destOrd="0" presId="urn:microsoft.com/office/officeart/2005/8/layout/list1"/>
    <dgm:cxn modelId="{9FD3256B-6736-49BD-A0BD-1E7B3F0ADC46}" type="presParOf" srcId="{96421DC1-84DF-454E-8573-3E588CC800D6}" destId="{F400D5FC-A8F6-4690-BA89-426DD985F6C5}" srcOrd="1" destOrd="0" presId="urn:microsoft.com/office/officeart/2005/8/layout/list1"/>
    <dgm:cxn modelId="{C39D7840-2D4B-46C3-BE37-F6953B72D6E0}" type="presParOf" srcId="{96421DC1-84DF-454E-8573-3E588CC800D6}" destId="{F5FDF465-E876-469C-AC3D-ECEB86AEFBEF}" srcOrd="2" destOrd="0" presId="urn:microsoft.com/office/officeart/2005/8/layout/list1"/>
    <dgm:cxn modelId="{5C7101C2-0B90-4817-949E-B39B995E1C50}" type="presParOf" srcId="{96421DC1-84DF-454E-8573-3E588CC800D6}" destId="{8A23FAE9-412A-4639-A638-7EF6A7B2D26F}" srcOrd="3" destOrd="0" presId="urn:microsoft.com/office/officeart/2005/8/layout/list1"/>
    <dgm:cxn modelId="{946E6EF0-C10D-411A-82BE-2FF8B7B0226E}" type="presParOf" srcId="{96421DC1-84DF-454E-8573-3E588CC800D6}" destId="{E0802183-93B2-48D7-9684-37E72A4C6F47}" srcOrd="4" destOrd="0" presId="urn:microsoft.com/office/officeart/2005/8/layout/list1"/>
    <dgm:cxn modelId="{BBCEBCA7-B82B-46E2-83DA-46BB1976B20B}" type="presParOf" srcId="{E0802183-93B2-48D7-9684-37E72A4C6F47}" destId="{3BA05532-1DA5-488B-BFE6-F60B619F68AC}" srcOrd="0" destOrd="0" presId="urn:microsoft.com/office/officeart/2005/8/layout/list1"/>
    <dgm:cxn modelId="{B0896F51-ECE4-4317-A9B7-C7858AD9D891}" type="presParOf" srcId="{E0802183-93B2-48D7-9684-37E72A4C6F47}" destId="{90611197-33AB-4FEB-92E7-C1AC8FDD9AB7}" srcOrd="1" destOrd="0" presId="urn:microsoft.com/office/officeart/2005/8/layout/list1"/>
    <dgm:cxn modelId="{706B91B5-9275-45B1-9B6B-34A8212F7A8B}" type="presParOf" srcId="{96421DC1-84DF-454E-8573-3E588CC800D6}" destId="{8F0F4661-AD53-490A-9B4F-EB0BB8BFE991}" srcOrd="5" destOrd="0" presId="urn:microsoft.com/office/officeart/2005/8/layout/list1"/>
    <dgm:cxn modelId="{E82DB3DD-D75C-40A9-8906-525D44849B1C}" type="presParOf" srcId="{96421DC1-84DF-454E-8573-3E588CC800D6}" destId="{1B7B8DC8-B659-49AE-801E-946590E504A2}" srcOrd="6" destOrd="0" presId="urn:microsoft.com/office/officeart/2005/8/layout/list1"/>
    <dgm:cxn modelId="{9716CD76-D21C-4D01-B733-381A10B11870}" type="presParOf" srcId="{96421DC1-84DF-454E-8573-3E588CC800D6}" destId="{A07C0D86-D76F-4379-AE07-820FC908FF79}" srcOrd="7" destOrd="0" presId="urn:microsoft.com/office/officeart/2005/8/layout/list1"/>
    <dgm:cxn modelId="{BDBD0013-38A7-4336-8D5D-A82E3FDFC093}" type="presParOf" srcId="{96421DC1-84DF-454E-8573-3E588CC800D6}" destId="{7EBD02A1-088C-4BB1-89B8-DAF9F46D2A43}" srcOrd="8" destOrd="0" presId="urn:microsoft.com/office/officeart/2005/8/layout/list1"/>
    <dgm:cxn modelId="{8E29BE0C-3A4F-473D-A6FE-2CFC369A75BE}" type="presParOf" srcId="{7EBD02A1-088C-4BB1-89B8-DAF9F46D2A43}" destId="{44578C0F-0679-456D-B2D6-DEDDDA610C4E}" srcOrd="0" destOrd="0" presId="urn:microsoft.com/office/officeart/2005/8/layout/list1"/>
    <dgm:cxn modelId="{CFB14A05-3D68-4884-84CE-647BBA1CCD8D}" type="presParOf" srcId="{7EBD02A1-088C-4BB1-89B8-DAF9F46D2A43}" destId="{4EA278DA-2512-43B9-A009-CCD83CDA8B98}" srcOrd="1" destOrd="0" presId="urn:microsoft.com/office/officeart/2005/8/layout/list1"/>
    <dgm:cxn modelId="{810AA197-03FB-410C-BA5E-F39ED7F2AE0D}" type="presParOf" srcId="{96421DC1-84DF-454E-8573-3E588CC800D6}" destId="{AB91963D-20FD-40E7-9967-32DAB5242118}" srcOrd="9" destOrd="0" presId="urn:microsoft.com/office/officeart/2005/8/layout/list1"/>
    <dgm:cxn modelId="{A8B5C38D-5FAD-40CB-8B91-62BA9CF52A74}" type="presParOf" srcId="{96421DC1-84DF-454E-8573-3E588CC800D6}" destId="{AB9FAEEE-1A1D-46AA-9C9C-BAD5DFFB11B7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A7E7C93E-5E65-4E50-96DE-D0A676773B74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D45CA7E4-B976-4368-B251-782F03550921}">
      <dgm:prSet/>
      <dgm:spPr/>
      <dgm:t>
        <a:bodyPr/>
        <a:lstStyle/>
        <a:p>
          <a:r>
            <a:rPr lang="en-US"/>
            <a:t>Commutativité, associativité, neutres/absorbants</a:t>
          </a:r>
        </a:p>
      </dgm:t>
    </dgm:pt>
    <dgm:pt modelId="{9E519AAD-9668-4502-9E41-CCD630C225B3}" type="parTrans" cxnId="{7F627CC8-70BD-44DA-A23A-E5C681D0759C}">
      <dgm:prSet/>
      <dgm:spPr/>
      <dgm:t>
        <a:bodyPr/>
        <a:lstStyle/>
        <a:p>
          <a:endParaRPr lang="en-US"/>
        </a:p>
      </dgm:t>
    </dgm:pt>
    <dgm:pt modelId="{5F9019F6-7E26-46E5-836D-E3B431576767}" type="sibTrans" cxnId="{7F627CC8-70BD-44DA-A23A-E5C681D0759C}">
      <dgm:prSet/>
      <dgm:spPr/>
      <dgm:t>
        <a:bodyPr/>
        <a:lstStyle/>
        <a:p>
          <a:endParaRPr lang="en-US"/>
        </a:p>
      </dgm:t>
    </dgm:pt>
    <dgm:pt modelId="{9233ADE8-CFD7-49A7-B70C-69EC07F57E43}">
      <dgm:prSet/>
      <dgm:spPr/>
      <dgm:t>
        <a:bodyPr/>
        <a:lstStyle/>
        <a:p>
          <a:r>
            <a:rPr lang="en-US"/>
            <a:t>Distributivité : A∩(B∪C)=(A∩B)∪(A∩C) ; A∪(B∩C)=(A∪B)∩(A∪C)</a:t>
          </a:r>
        </a:p>
      </dgm:t>
    </dgm:pt>
    <dgm:pt modelId="{2EF9FFDD-F174-4612-9057-BB4DC5E7AF4D}" type="parTrans" cxnId="{1A29BF49-AB95-4199-8738-B6622D2DECDC}">
      <dgm:prSet/>
      <dgm:spPr/>
      <dgm:t>
        <a:bodyPr/>
        <a:lstStyle/>
        <a:p>
          <a:endParaRPr lang="en-US"/>
        </a:p>
      </dgm:t>
    </dgm:pt>
    <dgm:pt modelId="{20270AAC-A89F-4645-A93A-C60C6DA4FB53}" type="sibTrans" cxnId="{1A29BF49-AB95-4199-8738-B6622D2DECDC}">
      <dgm:prSet/>
      <dgm:spPr/>
      <dgm:t>
        <a:bodyPr/>
        <a:lstStyle/>
        <a:p>
          <a:endParaRPr lang="en-US"/>
        </a:p>
      </dgm:t>
    </dgm:pt>
    <dgm:pt modelId="{82494286-2B6D-41DB-9336-C63A863EB7AE}">
      <dgm:prSet/>
      <dgm:spPr/>
      <dgm:t>
        <a:bodyPr/>
        <a:lstStyle/>
        <a:p>
          <a:r>
            <a:rPr lang="en-US"/>
            <a:t>De Morgan : C(A∩B)=CA∪CB ; C(A∪B)=CA∩CB</a:t>
          </a:r>
        </a:p>
      </dgm:t>
    </dgm:pt>
    <dgm:pt modelId="{16A206F0-28C5-48D4-A87A-57BCBD31E1D6}" type="parTrans" cxnId="{C2D65B2A-B43E-4FE6-93C2-2B4C0C57976F}">
      <dgm:prSet/>
      <dgm:spPr/>
      <dgm:t>
        <a:bodyPr/>
        <a:lstStyle/>
        <a:p>
          <a:endParaRPr lang="en-US"/>
        </a:p>
      </dgm:t>
    </dgm:pt>
    <dgm:pt modelId="{44CB0B16-F4CF-43D3-99E4-4A25D7FD9BE0}" type="sibTrans" cxnId="{C2D65B2A-B43E-4FE6-93C2-2B4C0C57976F}">
      <dgm:prSet/>
      <dgm:spPr/>
      <dgm:t>
        <a:bodyPr/>
        <a:lstStyle/>
        <a:p>
          <a:endParaRPr lang="en-US"/>
        </a:p>
      </dgm:t>
    </dgm:pt>
    <dgm:pt modelId="{3C83594C-F3E9-4FBF-85D7-F73CB562020E}" type="pres">
      <dgm:prSet presAssocID="{A7E7C93E-5E65-4E50-96DE-D0A676773B74}" presName="linear" presStyleCnt="0">
        <dgm:presLayoutVars>
          <dgm:animLvl val="lvl"/>
          <dgm:resizeHandles val="exact"/>
        </dgm:presLayoutVars>
      </dgm:prSet>
      <dgm:spPr/>
    </dgm:pt>
    <dgm:pt modelId="{981F8FCC-947F-49F9-94F7-890C36149D12}" type="pres">
      <dgm:prSet presAssocID="{D45CA7E4-B976-4368-B251-782F03550921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FF3EB56B-E889-41B2-BF66-D8AF9E67E170}" type="pres">
      <dgm:prSet presAssocID="{5F9019F6-7E26-46E5-836D-E3B431576767}" presName="spacer" presStyleCnt="0"/>
      <dgm:spPr/>
    </dgm:pt>
    <dgm:pt modelId="{0F460932-E312-4C22-8E46-CE93D2CB8EA6}" type="pres">
      <dgm:prSet presAssocID="{9233ADE8-CFD7-49A7-B70C-69EC07F57E43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81B26272-2C74-4896-AE33-DB5CF247F7D8}" type="pres">
      <dgm:prSet presAssocID="{20270AAC-A89F-4645-A93A-C60C6DA4FB53}" presName="spacer" presStyleCnt="0"/>
      <dgm:spPr/>
    </dgm:pt>
    <dgm:pt modelId="{3393D2BD-6EDA-4705-A256-747BC1AF4743}" type="pres">
      <dgm:prSet presAssocID="{82494286-2B6D-41DB-9336-C63A863EB7AE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C2D65B2A-B43E-4FE6-93C2-2B4C0C57976F}" srcId="{A7E7C93E-5E65-4E50-96DE-D0A676773B74}" destId="{82494286-2B6D-41DB-9336-C63A863EB7AE}" srcOrd="2" destOrd="0" parTransId="{16A206F0-28C5-48D4-A87A-57BCBD31E1D6}" sibTransId="{44CB0B16-F4CF-43D3-99E4-4A25D7FD9BE0}"/>
    <dgm:cxn modelId="{2E82C538-DF74-457D-8504-14171CD3F197}" type="presOf" srcId="{82494286-2B6D-41DB-9336-C63A863EB7AE}" destId="{3393D2BD-6EDA-4705-A256-747BC1AF4743}" srcOrd="0" destOrd="0" presId="urn:microsoft.com/office/officeart/2005/8/layout/vList2"/>
    <dgm:cxn modelId="{1ECE7E5E-8012-4E22-A2D0-15CA6F979D0B}" type="presOf" srcId="{9233ADE8-CFD7-49A7-B70C-69EC07F57E43}" destId="{0F460932-E312-4C22-8E46-CE93D2CB8EA6}" srcOrd="0" destOrd="0" presId="urn:microsoft.com/office/officeart/2005/8/layout/vList2"/>
    <dgm:cxn modelId="{1A29BF49-AB95-4199-8738-B6622D2DECDC}" srcId="{A7E7C93E-5E65-4E50-96DE-D0A676773B74}" destId="{9233ADE8-CFD7-49A7-B70C-69EC07F57E43}" srcOrd="1" destOrd="0" parTransId="{2EF9FFDD-F174-4612-9057-BB4DC5E7AF4D}" sibTransId="{20270AAC-A89F-4645-A93A-C60C6DA4FB53}"/>
    <dgm:cxn modelId="{46AC42BC-303F-4F68-9002-680401820EAA}" type="presOf" srcId="{D45CA7E4-B976-4368-B251-782F03550921}" destId="{981F8FCC-947F-49F9-94F7-890C36149D12}" srcOrd="0" destOrd="0" presId="urn:microsoft.com/office/officeart/2005/8/layout/vList2"/>
    <dgm:cxn modelId="{7F627CC8-70BD-44DA-A23A-E5C681D0759C}" srcId="{A7E7C93E-5E65-4E50-96DE-D0A676773B74}" destId="{D45CA7E4-B976-4368-B251-782F03550921}" srcOrd="0" destOrd="0" parTransId="{9E519AAD-9668-4502-9E41-CCD630C225B3}" sibTransId="{5F9019F6-7E26-46E5-836D-E3B431576767}"/>
    <dgm:cxn modelId="{101C72E4-256C-46DE-B0BE-D46107A00E9D}" type="presOf" srcId="{A7E7C93E-5E65-4E50-96DE-D0A676773B74}" destId="{3C83594C-F3E9-4FBF-85D7-F73CB562020E}" srcOrd="0" destOrd="0" presId="urn:microsoft.com/office/officeart/2005/8/layout/vList2"/>
    <dgm:cxn modelId="{3DEA0F29-EF00-468E-BDD5-6FBB94FE8DF9}" type="presParOf" srcId="{3C83594C-F3E9-4FBF-85D7-F73CB562020E}" destId="{981F8FCC-947F-49F9-94F7-890C36149D12}" srcOrd="0" destOrd="0" presId="urn:microsoft.com/office/officeart/2005/8/layout/vList2"/>
    <dgm:cxn modelId="{4D46ADD4-ED9C-4C83-9378-75C847FAA9B5}" type="presParOf" srcId="{3C83594C-F3E9-4FBF-85D7-F73CB562020E}" destId="{FF3EB56B-E889-41B2-BF66-D8AF9E67E170}" srcOrd="1" destOrd="0" presId="urn:microsoft.com/office/officeart/2005/8/layout/vList2"/>
    <dgm:cxn modelId="{B5F2D05A-B041-49ED-9A8D-36FCA19505BC}" type="presParOf" srcId="{3C83594C-F3E9-4FBF-85D7-F73CB562020E}" destId="{0F460932-E312-4C22-8E46-CE93D2CB8EA6}" srcOrd="2" destOrd="0" presId="urn:microsoft.com/office/officeart/2005/8/layout/vList2"/>
    <dgm:cxn modelId="{CDA1B521-553A-4EF2-BC60-843E2D990F43}" type="presParOf" srcId="{3C83594C-F3E9-4FBF-85D7-F73CB562020E}" destId="{81B26272-2C74-4896-AE33-DB5CF247F7D8}" srcOrd="3" destOrd="0" presId="urn:microsoft.com/office/officeart/2005/8/layout/vList2"/>
    <dgm:cxn modelId="{DD3F22B9-01C1-42A1-AE19-2103BD6C41FB}" type="presParOf" srcId="{3C83594C-F3E9-4FBF-85D7-F73CB562020E}" destId="{3393D2BD-6EDA-4705-A256-747BC1AF4743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96E81739-6715-4225-98F5-C12CBA0CB36F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05DE0295-EB82-4DCF-8E1F-EC9C67A8053F}">
      <dgm:prSet/>
      <dgm:spPr/>
      <dgm:t>
        <a:bodyPr/>
        <a:lstStyle/>
        <a:p>
          <a:r>
            <a:rPr lang="en-US"/>
            <a:t>E×F = { (x,y) | x∈E, y∈F }</a:t>
          </a:r>
        </a:p>
      </dgm:t>
    </dgm:pt>
    <dgm:pt modelId="{BD85C32A-F512-4F34-A969-5A35223BF478}" type="parTrans" cxnId="{65D8A58F-DB56-47F5-94BC-1D8990C32B8B}">
      <dgm:prSet/>
      <dgm:spPr/>
      <dgm:t>
        <a:bodyPr/>
        <a:lstStyle/>
        <a:p>
          <a:endParaRPr lang="en-US"/>
        </a:p>
      </dgm:t>
    </dgm:pt>
    <dgm:pt modelId="{EA30C2C5-BAFE-4AC7-890F-110627FA5282}" type="sibTrans" cxnId="{65D8A58F-DB56-47F5-94BC-1D8990C32B8B}">
      <dgm:prSet/>
      <dgm:spPr/>
      <dgm:t>
        <a:bodyPr/>
        <a:lstStyle/>
        <a:p>
          <a:endParaRPr lang="en-US"/>
        </a:p>
      </dgm:t>
    </dgm:pt>
    <dgm:pt modelId="{7A9D279E-4AA2-4E92-88EB-612BA3F70EC5}">
      <dgm:prSet/>
      <dgm:spPr/>
      <dgm:t>
        <a:bodyPr/>
        <a:lstStyle/>
        <a:p>
          <a:r>
            <a:rPr lang="en-US"/>
            <a:t>Exemples : R²=R×R ; [0,1]×R ; [0,1]³</a:t>
          </a:r>
        </a:p>
      </dgm:t>
    </dgm:pt>
    <dgm:pt modelId="{E2BDC83A-62F2-4781-8734-8ABD400087AD}" type="parTrans" cxnId="{5E341510-9EDA-4DF6-89D0-74A41F10E774}">
      <dgm:prSet/>
      <dgm:spPr/>
      <dgm:t>
        <a:bodyPr/>
        <a:lstStyle/>
        <a:p>
          <a:endParaRPr lang="en-US"/>
        </a:p>
      </dgm:t>
    </dgm:pt>
    <dgm:pt modelId="{B51B0817-AC8D-44C4-BA67-EDDB3370DA6A}" type="sibTrans" cxnId="{5E341510-9EDA-4DF6-89D0-74A41F10E774}">
      <dgm:prSet/>
      <dgm:spPr/>
      <dgm:t>
        <a:bodyPr/>
        <a:lstStyle/>
        <a:p>
          <a:endParaRPr lang="en-US"/>
        </a:p>
      </dgm:t>
    </dgm:pt>
    <dgm:pt modelId="{5F13EDBE-ABB9-4DCA-8486-1D2AB2676AB8}" type="pres">
      <dgm:prSet presAssocID="{96E81739-6715-4225-98F5-C12CBA0CB36F}" presName="linear" presStyleCnt="0">
        <dgm:presLayoutVars>
          <dgm:animLvl val="lvl"/>
          <dgm:resizeHandles val="exact"/>
        </dgm:presLayoutVars>
      </dgm:prSet>
      <dgm:spPr/>
    </dgm:pt>
    <dgm:pt modelId="{66820DD7-404B-42B7-A184-3383CAEE90A4}" type="pres">
      <dgm:prSet presAssocID="{05DE0295-EB82-4DCF-8E1F-EC9C67A8053F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79EEDD6A-BA8F-40EF-87F3-3CF04A078CCE}" type="pres">
      <dgm:prSet presAssocID="{EA30C2C5-BAFE-4AC7-890F-110627FA5282}" presName="spacer" presStyleCnt="0"/>
      <dgm:spPr/>
    </dgm:pt>
    <dgm:pt modelId="{E150A1BB-34E1-42E6-8D6D-6E491414D31D}" type="pres">
      <dgm:prSet presAssocID="{7A9D279E-4AA2-4E92-88EB-612BA3F70EC5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5E341510-9EDA-4DF6-89D0-74A41F10E774}" srcId="{96E81739-6715-4225-98F5-C12CBA0CB36F}" destId="{7A9D279E-4AA2-4E92-88EB-612BA3F70EC5}" srcOrd="1" destOrd="0" parTransId="{E2BDC83A-62F2-4781-8734-8ABD400087AD}" sibTransId="{B51B0817-AC8D-44C4-BA67-EDDB3370DA6A}"/>
    <dgm:cxn modelId="{7CB4FF40-0EB3-423E-BFEF-43A584E229B2}" type="presOf" srcId="{7A9D279E-4AA2-4E92-88EB-612BA3F70EC5}" destId="{E150A1BB-34E1-42E6-8D6D-6E491414D31D}" srcOrd="0" destOrd="0" presId="urn:microsoft.com/office/officeart/2005/8/layout/vList2"/>
    <dgm:cxn modelId="{65D8A58F-DB56-47F5-94BC-1D8990C32B8B}" srcId="{96E81739-6715-4225-98F5-C12CBA0CB36F}" destId="{05DE0295-EB82-4DCF-8E1F-EC9C67A8053F}" srcOrd="0" destOrd="0" parTransId="{BD85C32A-F512-4F34-A969-5A35223BF478}" sibTransId="{EA30C2C5-BAFE-4AC7-890F-110627FA5282}"/>
    <dgm:cxn modelId="{744D33A2-3C70-4D44-8B84-0DE3AB73933C}" type="presOf" srcId="{05DE0295-EB82-4DCF-8E1F-EC9C67A8053F}" destId="{66820DD7-404B-42B7-A184-3383CAEE90A4}" srcOrd="0" destOrd="0" presId="urn:microsoft.com/office/officeart/2005/8/layout/vList2"/>
    <dgm:cxn modelId="{254F01C4-CD18-4738-B9EE-1224A2540E73}" type="presOf" srcId="{96E81739-6715-4225-98F5-C12CBA0CB36F}" destId="{5F13EDBE-ABB9-4DCA-8486-1D2AB2676AB8}" srcOrd="0" destOrd="0" presId="urn:microsoft.com/office/officeart/2005/8/layout/vList2"/>
    <dgm:cxn modelId="{C15B90DB-36A2-4D35-9D13-8138E314E6C5}" type="presParOf" srcId="{5F13EDBE-ABB9-4DCA-8486-1D2AB2676AB8}" destId="{66820DD7-404B-42B7-A184-3383CAEE90A4}" srcOrd="0" destOrd="0" presId="urn:microsoft.com/office/officeart/2005/8/layout/vList2"/>
    <dgm:cxn modelId="{321BE28E-9E00-4F0D-95F8-A9C87CF282E4}" type="presParOf" srcId="{5F13EDBE-ABB9-4DCA-8486-1D2AB2676AB8}" destId="{79EEDD6A-BA8F-40EF-87F3-3CF04A078CCE}" srcOrd="1" destOrd="0" presId="urn:microsoft.com/office/officeart/2005/8/layout/vList2"/>
    <dgm:cxn modelId="{702C9B9B-75A9-4D1D-9143-7CC344E8B4D0}" type="presParOf" srcId="{5F13EDBE-ABB9-4DCA-8486-1D2AB2676AB8}" destId="{E150A1BB-34E1-42E6-8D6D-6E491414D31D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66CB9CC4-D2BF-4D7C-9368-3556522BF75C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C56D65F3-F8DB-4F93-8FD0-8B5B49785766}">
      <dgm:prSet/>
      <dgm:spPr/>
      <dgm:t>
        <a:bodyPr/>
        <a:lstStyle/>
        <a:p>
          <a:r>
            <a:rPr lang="en-US"/>
            <a:t>f : E→F ; à x∈E associer l’unique f(x)∈F</a:t>
          </a:r>
        </a:p>
      </dgm:t>
    </dgm:pt>
    <dgm:pt modelId="{3868D55D-B7A6-41E3-B97F-4970EF5DE201}" type="parTrans" cxnId="{FD1FF3AF-54FC-4187-9038-4A54D369E9D1}">
      <dgm:prSet/>
      <dgm:spPr/>
      <dgm:t>
        <a:bodyPr/>
        <a:lstStyle/>
        <a:p>
          <a:endParaRPr lang="en-US"/>
        </a:p>
      </dgm:t>
    </dgm:pt>
    <dgm:pt modelId="{E964E018-CD87-4244-B6C1-053BAF95ED61}" type="sibTrans" cxnId="{FD1FF3AF-54FC-4187-9038-4A54D369E9D1}">
      <dgm:prSet/>
      <dgm:spPr/>
      <dgm:t>
        <a:bodyPr/>
        <a:lstStyle/>
        <a:p>
          <a:endParaRPr lang="en-US"/>
        </a:p>
      </dgm:t>
    </dgm:pt>
    <dgm:pt modelId="{A8A7E73E-44B8-4BA2-ABFD-58CC3F9FC6F8}">
      <dgm:prSet/>
      <dgm:spPr/>
      <dgm:t>
        <a:bodyPr/>
        <a:lstStyle/>
        <a:p>
          <a:r>
            <a:rPr lang="en-US"/>
            <a:t>Graphe Γ_f ⊂ E×F ; égalité f=g ⇔ ∀x f(x)=g(x)</a:t>
          </a:r>
        </a:p>
      </dgm:t>
    </dgm:pt>
    <dgm:pt modelId="{1EE5CA9A-B0F1-4DF4-AE12-1DD6E0F46EB3}" type="parTrans" cxnId="{73CE37F8-3977-4EC5-BC09-8527B0EBB44A}">
      <dgm:prSet/>
      <dgm:spPr/>
      <dgm:t>
        <a:bodyPr/>
        <a:lstStyle/>
        <a:p>
          <a:endParaRPr lang="en-US"/>
        </a:p>
      </dgm:t>
    </dgm:pt>
    <dgm:pt modelId="{0C9745CC-DC38-46D0-A91D-AEA233AEDCC8}" type="sibTrans" cxnId="{73CE37F8-3977-4EC5-BC09-8527B0EBB44A}">
      <dgm:prSet/>
      <dgm:spPr/>
      <dgm:t>
        <a:bodyPr/>
        <a:lstStyle/>
        <a:p>
          <a:endParaRPr lang="en-US"/>
        </a:p>
      </dgm:t>
    </dgm:pt>
    <dgm:pt modelId="{F7186BA9-88B8-4440-AD62-EB639A71C7B0}" type="pres">
      <dgm:prSet presAssocID="{66CB9CC4-D2BF-4D7C-9368-3556522BF75C}" presName="linear" presStyleCnt="0">
        <dgm:presLayoutVars>
          <dgm:animLvl val="lvl"/>
          <dgm:resizeHandles val="exact"/>
        </dgm:presLayoutVars>
      </dgm:prSet>
      <dgm:spPr/>
    </dgm:pt>
    <dgm:pt modelId="{09D11D14-9106-4085-93E3-653E0C942395}" type="pres">
      <dgm:prSet presAssocID="{C56D65F3-F8DB-4F93-8FD0-8B5B49785766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DCD5CC6B-9A04-4290-8A4D-A6297C4A328C}" type="pres">
      <dgm:prSet presAssocID="{E964E018-CD87-4244-B6C1-053BAF95ED61}" presName="spacer" presStyleCnt="0"/>
      <dgm:spPr/>
    </dgm:pt>
    <dgm:pt modelId="{F61EC7E4-0B3A-4F26-AD96-FA494B2779C7}" type="pres">
      <dgm:prSet presAssocID="{A8A7E73E-44B8-4BA2-ABFD-58CC3F9FC6F8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6B290D70-011A-4084-B072-3BEC4A3F9B2E}" type="presOf" srcId="{A8A7E73E-44B8-4BA2-ABFD-58CC3F9FC6F8}" destId="{F61EC7E4-0B3A-4F26-AD96-FA494B2779C7}" srcOrd="0" destOrd="0" presId="urn:microsoft.com/office/officeart/2005/8/layout/vList2"/>
    <dgm:cxn modelId="{FD1FF3AF-54FC-4187-9038-4A54D369E9D1}" srcId="{66CB9CC4-D2BF-4D7C-9368-3556522BF75C}" destId="{C56D65F3-F8DB-4F93-8FD0-8B5B49785766}" srcOrd="0" destOrd="0" parTransId="{3868D55D-B7A6-41E3-B97F-4970EF5DE201}" sibTransId="{E964E018-CD87-4244-B6C1-053BAF95ED61}"/>
    <dgm:cxn modelId="{546F82B6-DFA0-48AC-9BA7-4F6D619FBAE7}" type="presOf" srcId="{C56D65F3-F8DB-4F93-8FD0-8B5B49785766}" destId="{09D11D14-9106-4085-93E3-653E0C942395}" srcOrd="0" destOrd="0" presId="urn:microsoft.com/office/officeart/2005/8/layout/vList2"/>
    <dgm:cxn modelId="{C2B430F0-F04E-4078-947A-051DA47B7741}" type="presOf" srcId="{66CB9CC4-D2BF-4D7C-9368-3556522BF75C}" destId="{F7186BA9-88B8-4440-AD62-EB639A71C7B0}" srcOrd="0" destOrd="0" presId="urn:microsoft.com/office/officeart/2005/8/layout/vList2"/>
    <dgm:cxn modelId="{73CE37F8-3977-4EC5-BC09-8527B0EBB44A}" srcId="{66CB9CC4-D2BF-4D7C-9368-3556522BF75C}" destId="{A8A7E73E-44B8-4BA2-ABFD-58CC3F9FC6F8}" srcOrd="1" destOrd="0" parTransId="{1EE5CA9A-B0F1-4DF4-AE12-1DD6E0F46EB3}" sibTransId="{0C9745CC-DC38-46D0-A91D-AEA233AEDCC8}"/>
    <dgm:cxn modelId="{B6394B56-8636-47B5-B601-101D74B0C92F}" type="presParOf" srcId="{F7186BA9-88B8-4440-AD62-EB639A71C7B0}" destId="{09D11D14-9106-4085-93E3-653E0C942395}" srcOrd="0" destOrd="0" presId="urn:microsoft.com/office/officeart/2005/8/layout/vList2"/>
    <dgm:cxn modelId="{1E57E0FD-E08D-4AE3-A039-1784B1AD80C9}" type="presParOf" srcId="{F7186BA9-88B8-4440-AD62-EB639A71C7B0}" destId="{DCD5CC6B-9A04-4290-8A4D-A6297C4A328C}" srcOrd="1" destOrd="0" presId="urn:microsoft.com/office/officeart/2005/8/layout/vList2"/>
    <dgm:cxn modelId="{87E62955-EBEE-4BBB-9737-93AB64763FDF}" type="presParOf" srcId="{F7186BA9-88B8-4440-AD62-EB639A71C7B0}" destId="{F61EC7E4-0B3A-4F26-AD96-FA494B2779C7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ED0C8B8E-067A-4535-9D87-50D10B63A7FE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ED739B69-EE69-4250-94FD-AF26D95B0A2F}">
      <dgm:prSet/>
      <dgm:spPr/>
      <dgm:t>
        <a:bodyPr/>
        <a:lstStyle/>
        <a:p>
          <a:r>
            <a:rPr lang="en-US"/>
            <a:t>g∘f : E→G avec (g∘f)(x)=g(f(x))</a:t>
          </a:r>
        </a:p>
      </dgm:t>
    </dgm:pt>
    <dgm:pt modelId="{46F4243C-3EF2-4214-8EF4-96B84542FE22}" type="parTrans" cxnId="{E1E4EC6F-5A7F-48E7-BD35-A625D284CD16}">
      <dgm:prSet/>
      <dgm:spPr/>
      <dgm:t>
        <a:bodyPr/>
        <a:lstStyle/>
        <a:p>
          <a:endParaRPr lang="en-US"/>
        </a:p>
      </dgm:t>
    </dgm:pt>
    <dgm:pt modelId="{AF7F389A-21C2-4CF1-B90D-6F5D70597C06}" type="sibTrans" cxnId="{E1E4EC6F-5A7F-48E7-BD35-A625D284CD16}">
      <dgm:prSet/>
      <dgm:spPr/>
      <dgm:t>
        <a:bodyPr/>
        <a:lstStyle/>
        <a:p>
          <a:endParaRPr lang="en-US"/>
        </a:p>
      </dgm:t>
    </dgm:pt>
    <dgm:pt modelId="{76D1EAA4-E2F0-4B26-BCAA-C6FB856B104D}">
      <dgm:prSet/>
      <dgm:spPr/>
      <dgm:t>
        <a:bodyPr/>
        <a:lstStyle/>
        <a:p>
          <a:r>
            <a:rPr lang="en-US"/>
            <a:t>Restriction f|_A : A→F, x↦f(x)</a:t>
          </a:r>
        </a:p>
      </dgm:t>
    </dgm:pt>
    <dgm:pt modelId="{8AC30F2B-518A-4CA8-A4AE-7ADA537F70AF}" type="parTrans" cxnId="{699157DB-D298-4D61-9A78-FA97C26C9054}">
      <dgm:prSet/>
      <dgm:spPr/>
      <dgm:t>
        <a:bodyPr/>
        <a:lstStyle/>
        <a:p>
          <a:endParaRPr lang="en-US"/>
        </a:p>
      </dgm:t>
    </dgm:pt>
    <dgm:pt modelId="{DAFE958E-8B1A-4031-B0B5-E73F3F6B2068}" type="sibTrans" cxnId="{699157DB-D298-4D61-9A78-FA97C26C9054}">
      <dgm:prSet/>
      <dgm:spPr/>
      <dgm:t>
        <a:bodyPr/>
        <a:lstStyle/>
        <a:p>
          <a:endParaRPr lang="en-US"/>
        </a:p>
      </dgm:t>
    </dgm:pt>
    <dgm:pt modelId="{65D56FD5-42DF-41D4-9406-9C9F286FED0D}">
      <dgm:prSet/>
      <dgm:spPr/>
      <dgm:t>
        <a:bodyPr/>
        <a:lstStyle/>
        <a:p>
          <a:r>
            <a:rPr lang="en-US"/>
            <a:t>Exemple : f(x)=1/x, g(x)=(x−1)/(x+1) ⇒ (g∘f)(x) = −g(x)</a:t>
          </a:r>
        </a:p>
      </dgm:t>
    </dgm:pt>
    <dgm:pt modelId="{21DF78F6-CF8E-4B8F-89FA-379B6F0821C7}" type="parTrans" cxnId="{50035E2E-481C-4251-ABFE-0D4A21795AEB}">
      <dgm:prSet/>
      <dgm:spPr/>
      <dgm:t>
        <a:bodyPr/>
        <a:lstStyle/>
        <a:p>
          <a:endParaRPr lang="en-US"/>
        </a:p>
      </dgm:t>
    </dgm:pt>
    <dgm:pt modelId="{20B14C01-ACB0-470A-B02E-36DB5F67805A}" type="sibTrans" cxnId="{50035E2E-481C-4251-ABFE-0D4A21795AEB}">
      <dgm:prSet/>
      <dgm:spPr/>
      <dgm:t>
        <a:bodyPr/>
        <a:lstStyle/>
        <a:p>
          <a:endParaRPr lang="en-US"/>
        </a:p>
      </dgm:t>
    </dgm:pt>
    <dgm:pt modelId="{A970C49D-9EDB-4B0E-9CEA-897E67F073E0}" type="pres">
      <dgm:prSet presAssocID="{ED0C8B8E-067A-4535-9D87-50D10B63A7FE}" presName="linear" presStyleCnt="0">
        <dgm:presLayoutVars>
          <dgm:animLvl val="lvl"/>
          <dgm:resizeHandles val="exact"/>
        </dgm:presLayoutVars>
      </dgm:prSet>
      <dgm:spPr/>
    </dgm:pt>
    <dgm:pt modelId="{82DA581F-8592-4103-B6EC-746BC0A0DE7E}" type="pres">
      <dgm:prSet presAssocID="{ED739B69-EE69-4250-94FD-AF26D95B0A2F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F5A71BE2-6B93-4445-8247-547BC66D465C}" type="pres">
      <dgm:prSet presAssocID="{AF7F389A-21C2-4CF1-B90D-6F5D70597C06}" presName="spacer" presStyleCnt="0"/>
      <dgm:spPr/>
    </dgm:pt>
    <dgm:pt modelId="{E0C3444F-1859-4724-B62D-AABE34C0E68C}" type="pres">
      <dgm:prSet presAssocID="{76D1EAA4-E2F0-4B26-BCAA-C6FB856B104D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408844F3-A2B2-45A5-A703-20E16ECDA3F5}" type="pres">
      <dgm:prSet presAssocID="{DAFE958E-8B1A-4031-B0B5-E73F3F6B2068}" presName="spacer" presStyleCnt="0"/>
      <dgm:spPr/>
    </dgm:pt>
    <dgm:pt modelId="{5223E4F1-6F20-42D5-AA70-F8571BFC7610}" type="pres">
      <dgm:prSet presAssocID="{65D56FD5-42DF-41D4-9406-9C9F286FED0D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50035E2E-481C-4251-ABFE-0D4A21795AEB}" srcId="{ED0C8B8E-067A-4535-9D87-50D10B63A7FE}" destId="{65D56FD5-42DF-41D4-9406-9C9F286FED0D}" srcOrd="2" destOrd="0" parTransId="{21DF78F6-CF8E-4B8F-89FA-379B6F0821C7}" sibTransId="{20B14C01-ACB0-470A-B02E-36DB5F67805A}"/>
    <dgm:cxn modelId="{91F95834-71C0-434F-9BCF-054E661EEB99}" type="presOf" srcId="{ED739B69-EE69-4250-94FD-AF26D95B0A2F}" destId="{82DA581F-8592-4103-B6EC-746BC0A0DE7E}" srcOrd="0" destOrd="0" presId="urn:microsoft.com/office/officeart/2005/8/layout/vList2"/>
    <dgm:cxn modelId="{E1E4EC6F-5A7F-48E7-BD35-A625D284CD16}" srcId="{ED0C8B8E-067A-4535-9D87-50D10B63A7FE}" destId="{ED739B69-EE69-4250-94FD-AF26D95B0A2F}" srcOrd="0" destOrd="0" parTransId="{46F4243C-3EF2-4214-8EF4-96B84542FE22}" sibTransId="{AF7F389A-21C2-4CF1-B90D-6F5D70597C06}"/>
    <dgm:cxn modelId="{699157DB-D298-4D61-9A78-FA97C26C9054}" srcId="{ED0C8B8E-067A-4535-9D87-50D10B63A7FE}" destId="{76D1EAA4-E2F0-4B26-BCAA-C6FB856B104D}" srcOrd="1" destOrd="0" parTransId="{8AC30F2B-518A-4CA8-A4AE-7ADA537F70AF}" sibTransId="{DAFE958E-8B1A-4031-B0B5-E73F3F6B2068}"/>
    <dgm:cxn modelId="{7768F9E0-92FC-49E5-B733-EEA6B535C0BC}" type="presOf" srcId="{76D1EAA4-E2F0-4B26-BCAA-C6FB856B104D}" destId="{E0C3444F-1859-4724-B62D-AABE34C0E68C}" srcOrd="0" destOrd="0" presId="urn:microsoft.com/office/officeart/2005/8/layout/vList2"/>
    <dgm:cxn modelId="{5CED79E6-53BF-4447-9CC5-529B7E3D742F}" type="presOf" srcId="{ED0C8B8E-067A-4535-9D87-50D10B63A7FE}" destId="{A970C49D-9EDB-4B0E-9CEA-897E67F073E0}" srcOrd="0" destOrd="0" presId="urn:microsoft.com/office/officeart/2005/8/layout/vList2"/>
    <dgm:cxn modelId="{C9BB30F4-9578-4545-97A1-06E26A74B243}" type="presOf" srcId="{65D56FD5-42DF-41D4-9406-9C9F286FED0D}" destId="{5223E4F1-6F20-42D5-AA70-F8571BFC7610}" srcOrd="0" destOrd="0" presId="urn:microsoft.com/office/officeart/2005/8/layout/vList2"/>
    <dgm:cxn modelId="{5F3064AF-4723-4162-983D-78C01CE9196D}" type="presParOf" srcId="{A970C49D-9EDB-4B0E-9CEA-897E67F073E0}" destId="{82DA581F-8592-4103-B6EC-746BC0A0DE7E}" srcOrd="0" destOrd="0" presId="urn:microsoft.com/office/officeart/2005/8/layout/vList2"/>
    <dgm:cxn modelId="{291BE1AE-2670-4139-AFC8-4400C0A30896}" type="presParOf" srcId="{A970C49D-9EDB-4B0E-9CEA-897E67F073E0}" destId="{F5A71BE2-6B93-4445-8247-547BC66D465C}" srcOrd="1" destOrd="0" presId="urn:microsoft.com/office/officeart/2005/8/layout/vList2"/>
    <dgm:cxn modelId="{DE7E8721-C8ED-4563-B4EE-1B73681B81D8}" type="presParOf" srcId="{A970C49D-9EDB-4B0E-9CEA-897E67F073E0}" destId="{E0C3444F-1859-4724-B62D-AABE34C0E68C}" srcOrd="2" destOrd="0" presId="urn:microsoft.com/office/officeart/2005/8/layout/vList2"/>
    <dgm:cxn modelId="{DF870F53-4E06-4968-9EB6-7E148255C84A}" type="presParOf" srcId="{A970C49D-9EDB-4B0E-9CEA-897E67F073E0}" destId="{408844F3-A2B2-45A5-A703-20E16ECDA3F5}" srcOrd="3" destOrd="0" presId="urn:microsoft.com/office/officeart/2005/8/layout/vList2"/>
    <dgm:cxn modelId="{6D308D4E-130B-4BC0-876F-7D0E820CB362}" type="presParOf" srcId="{A970C49D-9EDB-4B0E-9CEA-897E67F073E0}" destId="{5223E4F1-6F20-42D5-AA70-F8571BFC7610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021401BD-61F1-40EF-8414-1FA5E100C496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4D589D21-0D31-4D6D-A625-9AF0BA36B572}">
      <dgm:prSet/>
      <dgm:spPr/>
      <dgm:t>
        <a:bodyPr/>
        <a:lstStyle/>
        <a:p>
          <a:r>
            <a:rPr lang="en-US"/>
            <a:t>f(A) = { f(x) | x∈A } ⊂ F</a:t>
          </a:r>
        </a:p>
      </dgm:t>
    </dgm:pt>
    <dgm:pt modelId="{81B777BE-282D-41A3-BEA6-BE211371C17E}" type="parTrans" cxnId="{8796377D-CE64-44E1-B64F-3F27C7386708}">
      <dgm:prSet/>
      <dgm:spPr/>
      <dgm:t>
        <a:bodyPr/>
        <a:lstStyle/>
        <a:p>
          <a:endParaRPr lang="en-US"/>
        </a:p>
      </dgm:t>
    </dgm:pt>
    <dgm:pt modelId="{4D63B145-E31E-4755-95C6-1F7201E8CF7E}" type="sibTrans" cxnId="{8796377D-CE64-44E1-B64F-3F27C7386708}">
      <dgm:prSet/>
      <dgm:spPr/>
      <dgm:t>
        <a:bodyPr/>
        <a:lstStyle/>
        <a:p>
          <a:endParaRPr lang="en-US"/>
        </a:p>
      </dgm:t>
    </dgm:pt>
    <dgm:pt modelId="{A3831789-4A36-496C-81DA-0E92D43D9E63}">
      <dgm:prSet/>
      <dgm:spPr/>
      <dgm:t>
        <a:bodyPr/>
        <a:lstStyle/>
        <a:p>
          <a:r>
            <a:rPr lang="en-US"/>
            <a:t>f⁻¹(B) = { x∈E | f(x)∈B } ⊂ E (existe toujours)</a:t>
          </a:r>
        </a:p>
      </dgm:t>
    </dgm:pt>
    <dgm:pt modelId="{59C3EBC0-0A4B-45E8-98B1-1B36618B5E57}" type="parTrans" cxnId="{F2F0A4A8-F841-44F2-9011-313418B9D8F1}">
      <dgm:prSet/>
      <dgm:spPr/>
      <dgm:t>
        <a:bodyPr/>
        <a:lstStyle/>
        <a:p>
          <a:endParaRPr lang="en-US"/>
        </a:p>
      </dgm:t>
    </dgm:pt>
    <dgm:pt modelId="{5BD6332A-C8CB-415F-8A40-AA2EDD090AB4}" type="sibTrans" cxnId="{F2F0A4A8-F841-44F2-9011-313418B9D8F1}">
      <dgm:prSet/>
      <dgm:spPr/>
      <dgm:t>
        <a:bodyPr/>
        <a:lstStyle/>
        <a:p>
          <a:endParaRPr lang="en-US"/>
        </a:p>
      </dgm:t>
    </dgm:pt>
    <dgm:pt modelId="{8918C588-3393-43D8-A72A-4AC387A04914}">
      <dgm:prSet/>
      <dgm:spPr/>
      <dgm:t>
        <a:bodyPr/>
        <a:lstStyle/>
        <a:p>
          <a:r>
            <a:rPr lang="en-US"/>
            <a:t>f({x}) est un singleton ; f⁻¹({y}) peut être ∅, un singleton, multiple, voire E</a:t>
          </a:r>
        </a:p>
      </dgm:t>
    </dgm:pt>
    <dgm:pt modelId="{0A0868AD-1BA0-4580-9B29-5039CBD02DEF}" type="parTrans" cxnId="{C22C29D2-1AFD-4C9F-9C3C-EC1FCF4755A8}">
      <dgm:prSet/>
      <dgm:spPr/>
      <dgm:t>
        <a:bodyPr/>
        <a:lstStyle/>
        <a:p>
          <a:endParaRPr lang="en-US"/>
        </a:p>
      </dgm:t>
    </dgm:pt>
    <dgm:pt modelId="{31D69941-133F-492F-B965-CDF8E0806B06}" type="sibTrans" cxnId="{C22C29D2-1AFD-4C9F-9C3C-EC1FCF4755A8}">
      <dgm:prSet/>
      <dgm:spPr/>
      <dgm:t>
        <a:bodyPr/>
        <a:lstStyle/>
        <a:p>
          <a:endParaRPr lang="en-US"/>
        </a:p>
      </dgm:t>
    </dgm:pt>
    <dgm:pt modelId="{FD3E1B80-B704-470A-864A-B07A41E5D24B}" type="pres">
      <dgm:prSet presAssocID="{021401BD-61F1-40EF-8414-1FA5E100C496}" presName="linear" presStyleCnt="0">
        <dgm:presLayoutVars>
          <dgm:animLvl val="lvl"/>
          <dgm:resizeHandles val="exact"/>
        </dgm:presLayoutVars>
      </dgm:prSet>
      <dgm:spPr/>
    </dgm:pt>
    <dgm:pt modelId="{A66333AA-7A71-438F-960A-563544705D87}" type="pres">
      <dgm:prSet presAssocID="{4D589D21-0D31-4D6D-A625-9AF0BA36B572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7C79C11D-4754-46E0-BA03-872204CD3256}" type="pres">
      <dgm:prSet presAssocID="{4D63B145-E31E-4755-95C6-1F7201E8CF7E}" presName="spacer" presStyleCnt="0"/>
      <dgm:spPr/>
    </dgm:pt>
    <dgm:pt modelId="{3971D3B4-F2E6-449C-A0A1-81AAA2B6EC4D}" type="pres">
      <dgm:prSet presAssocID="{A3831789-4A36-496C-81DA-0E92D43D9E63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43EC6110-34FB-4F97-AE2D-006D7166E4A9}" type="pres">
      <dgm:prSet presAssocID="{5BD6332A-C8CB-415F-8A40-AA2EDD090AB4}" presName="spacer" presStyleCnt="0"/>
      <dgm:spPr/>
    </dgm:pt>
    <dgm:pt modelId="{85A03321-0C17-47FB-A5CD-9A3C4A42C097}" type="pres">
      <dgm:prSet presAssocID="{8918C588-3393-43D8-A72A-4AC387A04914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C08B8040-B415-4849-9558-2BADA41214A9}" type="presOf" srcId="{4D589D21-0D31-4D6D-A625-9AF0BA36B572}" destId="{A66333AA-7A71-438F-960A-563544705D87}" srcOrd="0" destOrd="0" presId="urn:microsoft.com/office/officeart/2005/8/layout/vList2"/>
    <dgm:cxn modelId="{8796377D-CE64-44E1-B64F-3F27C7386708}" srcId="{021401BD-61F1-40EF-8414-1FA5E100C496}" destId="{4D589D21-0D31-4D6D-A625-9AF0BA36B572}" srcOrd="0" destOrd="0" parTransId="{81B777BE-282D-41A3-BEA6-BE211371C17E}" sibTransId="{4D63B145-E31E-4755-95C6-1F7201E8CF7E}"/>
    <dgm:cxn modelId="{F2F0A4A8-F841-44F2-9011-313418B9D8F1}" srcId="{021401BD-61F1-40EF-8414-1FA5E100C496}" destId="{A3831789-4A36-496C-81DA-0E92D43D9E63}" srcOrd="1" destOrd="0" parTransId="{59C3EBC0-0A4B-45E8-98B1-1B36618B5E57}" sibTransId="{5BD6332A-C8CB-415F-8A40-AA2EDD090AB4}"/>
    <dgm:cxn modelId="{6A4EBCC2-F99F-4B94-ADF9-198B6455968B}" type="presOf" srcId="{8918C588-3393-43D8-A72A-4AC387A04914}" destId="{85A03321-0C17-47FB-A5CD-9A3C4A42C097}" srcOrd="0" destOrd="0" presId="urn:microsoft.com/office/officeart/2005/8/layout/vList2"/>
    <dgm:cxn modelId="{C22C29D2-1AFD-4C9F-9C3C-EC1FCF4755A8}" srcId="{021401BD-61F1-40EF-8414-1FA5E100C496}" destId="{8918C588-3393-43D8-A72A-4AC387A04914}" srcOrd="2" destOrd="0" parTransId="{0A0868AD-1BA0-4580-9B29-5039CBD02DEF}" sibTransId="{31D69941-133F-492F-B965-CDF8E0806B06}"/>
    <dgm:cxn modelId="{DBE06EE8-25B9-419B-88AF-F8909A6134BD}" type="presOf" srcId="{A3831789-4A36-496C-81DA-0E92D43D9E63}" destId="{3971D3B4-F2E6-449C-A0A1-81AAA2B6EC4D}" srcOrd="0" destOrd="0" presId="urn:microsoft.com/office/officeart/2005/8/layout/vList2"/>
    <dgm:cxn modelId="{60FE45F9-8CAF-4F79-9A0B-508B49AE661F}" type="presOf" srcId="{021401BD-61F1-40EF-8414-1FA5E100C496}" destId="{FD3E1B80-B704-470A-864A-B07A41E5D24B}" srcOrd="0" destOrd="0" presId="urn:microsoft.com/office/officeart/2005/8/layout/vList2"/>
    <dgm:cxn modelId="{32552A00-0357-4E56-A80F-BAEEA13896D9}" type="presParOf" srcId="{FD3E1B80-B704-470A-864A-B07A41E5D24B}" destId="{A66333AA-7A71-438F-960A-563544705D87}" srcOrd="0" destOrd="0" presId="urn:microsoft.com/office/officeart/2005/8/layout/vList2"/>
    <dgm:cxn modelId="{01A2735A-21E4-4BA5-A360-3AD53E0E7D60}" type="presParOf" srcId="{FD3E1B80-B704-470A-864A-B07A41E5D24B}" destId="{7C79C11D-4754-46E0-BA03-872204CD3256}" srcOrd="1" destOrd="0" presId="urn:microsoft.com/office/officeart/2005/8/layout/vList2"/>
    <dgm:cxn modelId="{10FD7D3B-1CB3-456F-99A7-BA0D852BAB23}" type="presParOf" srcId="{FD3E1B80-B704-470A-864A-B07A41E5D24B}" destId="{3971D3B4-F2E6-449C-A0A1-81AAA2B6EC4D}" srcOrd="2" destOrd="0" presId="urn:microsoft.com/office/officeart/2005/8/layout/vList2"/>
    <dgm:cxn modelId="{369F9A0D-57B1-4B59-8568-20AF193B2E01}" type="presParOf" srcId="{FD3E1B80-B704-470A-864A-B07A41E5D24B}" destId="{43EC6110-34FB-4F97-AE2D-006D7166E4A9}" srcOrd="3" destOrd="0" presId="urn:microsoft.com/office/officeart/2005/8/layout/vList2"/>
    <dgm:cxn modelId="{9D4EB626-4A46-460C-AC8E-DACE6CF1F4F9}" type="presParOf" srcId="{FD3E1B80-B704-470A-864A-B07A41E5D24B}" destId="{85A03321-0C17-47FB-A5CD-9A3C4A42C097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EC2CECF3-8384-467A-A2A1-BD655CC6BE08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3740EF37-8B4C-4D52-AC18-E9B245BF4FB0}">
      <dgm:prSet/>
      <dgm:spPr/>
      <dgm:t>
        <a:bodyPr/>
        <a:lstStyle/>
        <a:p>
          <a:r>
            <a:rPr lang="en-US"/>
            <a:t>Antécédents de y : f⁻¹({y})</a:t>
          </a:r>
        </a:p>
      </dgm:t>
    </dgm:pt>
    <dgm:pt modelId="{21A2D67D-1FFF-4B2A-B151-8B8F45FF072E}" type="parTrans" cxnId="{B759D520-467B-4D05-8EFA-203CA8D8B82D}">
      <dgm:prSet/>
      <dgm:spPr/>
      <dgm:t>
        <a:bodyPr/>
        <a:lstStyle/>
        <a:p>
          <a:endParaRPr lang="en-US"/>
        </a:p>
      </dgm:t>
    </dgm:pt>
    <dgm:pt modelId="{2ECB50CD-AC91-49CB-8043-249361D80187}" type="sibTrans" cxnId="{B759D520-467B-4D05-8EFA-203CA8D8B82D}">
      <dgm:prSet/>
      <dgm:spPr/>
      <dgm:t>
        <a:bodyPr/>
        <a:lstStyle/>
        <a:p>
          <a:endParaRPr lang="en-US"/>
        </a:p>
      </dgm:t>
    </dgm:pt>
    <dgm:pt modelId="{5F900FFA-62B9-42D4-AE20-256DEAA4F247}">
      <dgm:prSet/>
      <dgm:spPr/>
      <dgm:t>
        <a:bodyPr/>
        <a:lstStyle/>
        <a:p>
          <a:r>
            <a:rPr lang="en-US"/>
            <a:t>Lien avec injectivité/surjectivité</a:t>
          </a:r>
        </a:p>
      </dgm:t>
    </dgm:pt>
    <dgm:pt modelId="{C131BD23-6C6B-4D4A-AE57-F65A7723E10D}" type="parTrans" cxnId="{2A4D0761-34F1-476C-8B0A-8011D60B7CDF}">
      <dgm:prSet/>
      <dgm:spPr/>
      <dgm:t>
        <a:bodyPr/>
        <a:lstStyle/>
        <a:p>
          <a:endParaRPr lang="en-US"/>
        </a:p>
      </dgm:t>
    </dgm:pt>
    <dgm:pt modelId="{F1A07A5A-D9D1-4436-AF63-83B53DC11A02}" type="sibTrans" cxnId="{2A4D0761-34F1-476C-8B0A-8011D60B7CDF}">
      <dgm:prSet/>
      <dgm:spPr/>
      <dgm:t>
        <a:bodyPr/>
        <a:lstStyle/>
        <a:p>
          <a:endParaRPr lang="en-US"/>
        </a:p>
      </dgm:t>
    </dgm:pt>
    <dgm:pt modelId="{8F79EF0D-FE1C-4B0D-B6D4-12A1E9CBEECE}" type="pres">
      <dgm:prSet presAssocID="{EC2CECF3-8384-467A-A2A1-BD655CC6BE08}" presName="linear" presStyleCnt="0">
        <dgm:presLayoutVars>
          <dgm:animLvl val="lvl"/>
          <dgm:resizeHandles val="exact"/>
        </dgm:presLayoutVars>
      </dgm:prSet>
      <dgm:spPr/>
    </dgm:pt>
    <dgm:pt modelId="{379BF5E5-A260-4876-8D4E-90B8C6126A3A}" type="pres">
      <dgm:prSet presAssocID="{3740EF37-8B4C-4D52-AC18-E9B245BF4FB0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E994C660-A13B-43B2-9631-709DA432B532}" type="pres">
      <dgm:prSet presAssocID="{2ECB50CD-AC91-49CB-8043-249361D80187}" presName="spacer" presStyleCnt="0"/>
      <dgm:spPr/>
    </dgm:pt>
    <dgm:pt modelId="{25BA7053-2FE4-4741-9038-399ECF3A7777}" type="pres">
      <dgm:prSet presAssocID="{5F900FFA-62B9-42D4-AE20-256DEAA4F247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B759D520-467B-4D05-8EFA-203CA8D8B82D}" srcId="{EC2CECF3-8384-467A-A2A1-BD655CC6BE08}" destId="{3740EF37-8B4C-4D52-AC18-E9B245BF4FB0}" srcOrd="0" destOrd="0" parTransId="{21A2D67D-1FFF-4B2A-B151-8B8F45FF072E}" sibTransId="{2ECB50CD-AC91-49CB-8043-249361D80187}"/>
    <dgm:cxn modelId="{2A4D0761-34F1-476C-8B0A-8011D60B7CDF}" srcId="{EC2CECF3-8384-467A-A2A1-BD655CC6BE08}" destId="{5F900FFA-62B9-42D4-AE20-256DEAA4F247}" srcOrd="1" destOrd="0" parTransId="{C131BD23-6C6B-4D4A-AE57-F65A7723E10D}" sibTransId="{F1A07A5A-D9D1-4436-AF63-83B53DC11A02}"/>
    <dgm:cxn modelId="{9FF6998C-25E8-405D-8E46-81592E26FFFE}" type="presOf" srcId="{5F900FFA-62B9-42D4-AE20-256DEAA4F247}" destId="{25BA7053-2FE4-4741-9038-399ECF3A7777}" srcOrd="0" destOrd="0" presId="urn:microsoft.com/office/officeart/2005/8/layout/vList2"/>
    <dgm:cxn modelId="{C70ADAB3-A23C-4209-8BF4-42EAAA15499C}" type="presOf" srcId="{EC2CECF3-8384-467A-A2A1-BD655CC6BE08}" destId="{8F79EF0D-FE1C-4B0D-B6D4-12A1E9CBEECE}" srcOrd="0" destOrd="0" presId="urn:microsoft.com/office/officeart/2005/8/layout/vList2"/>
    <dgm:cxn modelId="{F2771CB7-CD88-4E49-8D81-D68D131F1995}" type="presOf" srcId="{3740EF37-8B4C-4D52-AC18-E9B245BF4FB0}" destId="{379BF5E5-A260-4876-8D4E-90B8C6126A3A}" srcOrd="0" destOrd="0" presId="urn:microsoft.com/office/officeart/2005/8/layout/vList2"/>
    <dgm:cxn modelId="{896061FE-A458-4581-BDE2-2D62AEC0B19C}" type="presParOf" srcId="{8F79EF0D-FE1C-4B0D-B6D4-12A1E9CBEECE}" destId="{379BF5E5-A260-4876-8D4E-90B8C6126A3A}" srcOrd="0" destOrd="0" presId="urn:microsoft.com/office/officeart/2005/8/layout/vList2"/>
    <dgm:cxn modelId="{87176A35-6F34-460C-967D-65F760C5CDC2}" type="presParOf" srcId="{8F79EF0D-FE1C-4B0D-B6D4-12A1E9CBEECE}" destId="{E994C660-A13B-43B2-9631-709DA432B532}" srcOrd="1" destOrd="0" presId="urn:microsoft.com/office/officeart/2005/8/layout/vList2"/>
    <dgm:cxn modelId="{A164A8F3-99EA-445C-946F-6B200D2E0974}" type="presParOf" srcId="{8F79EF0D-FE1C-4B0D-B6D4-12A1E9CBEECE}" destId="{25BA7053-2FE4-4741-9038-399ECF3A7777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55B0461D-801D-48B8-8B25-763C87B3AD7F}" type="doc">
      <dgm:prSet loTypeId="urn:microsoft.com/office/officeart/2005/8/layout/list1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EE8EF26-218A-4E99-940F-AFC66552DB31}">
      <dgm:prSet/>
      <dgm:spPr/>
      <dgm:t>
        <a:bodyPr/>
        <a:lstStyle/>
        <a:p>
          <a:r>
            <a:rPr lang="en-US"/>
            <a:t>Injective</a:t>
          </a:r>
        </a:p>
      </dgm:t>
    </dgm:pt>
    <dgm:pt modelId="{845C4DE1-7F78-43CE-9DA8-9BBB33A87D8C}" type="parTrans" cxnId="{88E4917C-8D85-4B0E-9093-A4B591F35633}">
      <dgm:prSet/>
      <dgm:spPr/>
      <dgm:t>
        <a:bodyPr/>
        <a:lstStyle/>
        <a:p>
          <a:endParaRPr lang="en-US"/>
        </a:p>
      </dgm:t>
    </dgm:pt>
    <dgm:pt modelId="{D6D4A9CC-29DA-4F01-9E13-3779CF01A8B1}" type="sibTrans" cxnId="{88E4917C-8D85-4B0E-9093-A4B591F35633}">
      <dgm:prSet/>
      <dgm:spPr/>
      <dgm:t>
        <a:bodyPr/>
        <a:lstStyle/>
        <a:p>
          <a:endParaRPr lang="en-US"/>
        </a:p>
      </dgm:t>
    </dgm:pt>
    <dgm:pt modelId="{B707B4ED-A8B9-439A-A9D9-8B03A9264234}">
      <dgm:prSet/>
      <dgm:spPr/>
      <dgm:t>
        <a:bodyPr/>
        <a:lstStyle/>
        <a:p>
          <a:r>
            <a:rPr lang="en-US"/>
            <a:t>f(x)=f(x′) ⇒ x=x′ (au plus un antécédent)</a:t>
          </a:r>
        </a:p>
      </dgm:t>
    </dgm:pt>
    <dgm:pt modelId="{20C9892A-6326-4FC4-AE75-C5D0243BAD23}" type="parTrans" cxnId="{7FF9262B-A701-46FB-99C9-D0E584541D62}">
      <dgm:prSet/>
      <dgm:spPr/>
      <dgm:t>
        <a:bodyPr/>
        <a:lstStyle/>
        <a:p>
          <a:endParaRPr lang="en-US"/>
        </a:p>
      </dgm:t>
    </dgm:pt>
    <dgm:pt modelId="{80858CC2-B4F4-43E9-8739-D21FC3D9B0BB}" type="sibTrans" cxnId="{7FF9262B-A701-46FB-99C9-D0E584541D62}">
      <dgm:prSet/>
      <dgm:spPr/>
      <dgm:t>
        <a:bodyPr/>
        <a:lstStyle/>
        <a:p>
          <a:endParaRPr lang="en-US"/>
        </a:p>
      </dgm:t>
    </dgm:pt>
    <dgm:pt modelId="{407010B4-4E65-4458-9CD1-8F4000589380}">
      <dgm:prSet/>
      <dgm:spPr/>
      <dgm:t>
        <a:bodyPr/>
        <a:lstStyle/>
        <a:p>
          <a:r>
            <a:rPr lang="en-US"/>
            <a:t>Surjective</a:t>
          </a:r>
        </a:p>
      </dgm:t>
    </dgm:pt>
    <dgm:pt modelId="{9D0F4363-BAA6-45E3-8188-5FEDFD19DE1E}" type="parTrans" cxnId="{61729425-42FB-43C3-8A43-110E1403C378}">
      <dgm:prSet/>
      <dgm:spPr/>
      <dgm:t>
        <a:bodyPr/>
        <a:lstStyle/>
        <a:p>
          <a:endParaRPr lang="en-US"/>
        </a:p>
      </dgm:t>
    </dgm:pt>
    <dgm:pt modelId="{8B8D42DA-79B6-4D91-8DE8-3FA52E9C85BF}" type="sibTrans" cxnId="{61729425-42FB-43C3-8A43-110E1403C378}">
      <dgm:prSet/>
      <dgm:spPr/>
      <dgm:t>
        <a:bodyPr/>
        <a:lstStyle/>
        <a:p>
          <a:endParaRPr lang="en-US"/>
        </a:p>
      </dgm:t>
    </dgm:pt>
    <dgm:pt modelId="{A287ABF2-0839-4B73-94AC-1326DFB83866}">
      <dgm:prSet/>
      <dgm:spPr/>
      <dgm:t>
        <a:bodyPr/>
        <a:lstStyle/>
        <a:p>
          <a:r>
            <a:rPr lang="en-US"/>
            <a:t>∀y∈F ∃x∈E : f(x)=y (au moins un antécédent)</a:t>
          </a:r>
        </a:p>
      </dgm:t>
    </dgm:pt>
    <dgm:pt modelId="{DE650E16-5397-45B1-A8A1-6504CA5A8BAE}" type="parTrans" cxnId="{A26E492F-1A76-4E1F-BF44-8177E4AA6DB7}">
      <dgm:prSet/>
      <dgm:spPr/>
      <dgm:t>
        <a:bodyPr/>
        <a:lstStyle/>
        <a:p>
          <a:endParaRPr lang="en-US"/>
        </a:p>
      </dgm:t>
    </dgm:pt>
    <dgm:pt modelId="{87BB7950-CC9E-4CE8-AFFD-46FC86DB99B2}" type="sibTrans" cxnId="{A26E492F-1A76-4E1F-BF44-8177E4AA6DB7}">
      <dgm:prSet/>
      <dgm:spPr/>
      <dgm:t>
        <a:bodyPr/>
        <a:lstStyle/>
        <a:p>
          <a:endParaRPr lang="en-US"/>
        </a:p>
      </dgm:t>
    </dgm:pt>
    <dgm:pt modelId="{DDC03AFE-F99B-429D-A4D4-07FE1C9D8915}">
      <dgm:prSet/>
      <dgm:spPr/>
      <dgm:t>
        <a:bodyPr/>
        <a:lstStyle/>
        <a:p>
          <a:r>
            <a:rPr lang="en-US"/>
            <a:t>Bijective</a:t>
          </a:r>
        </a:p>
      </dgm:t>
    </dgm:pt>
    <dgm:pt modelId="{578C579E-F0DB-4423-A5A7-0C86DC535BCD}" type="parTrans" cxnId="{86871166-F29A-434A-98B2-329BE90027EC}">
      <dgm:prSet/>
      <dgm:spPr/>
      <dgm:t>
        <a:bodyPr/>
        <a:lstStyle/>
        <a:p>
          <a:endParaRPr lang="en-US"/>
        </a:p>
      </dgm:t>
    </dgm:pt>
    <dgm:pt modelId="{0B0A7DE6-9ED6-4732-BBA3-BFFF4486291A}" type="sibTrans" cxnId="{86871166-F29A-434A-98B2-329BE90027EC}">
      <dgm:prSet/>
      <dgm:spPr/>
      <dgm:t>
        <a:bodyPr/>
        <a:lstStyle/>
        <a:p>
          <a:endParaRPr lang="en-US"/>
        </a:p>
      </dgm:t>
    </dgm:pt>
    <dgm:pt modelId="{C3231162-0760-4217-A684-10EC2249DB1E}">
      <dgm:prSet/>
      <dgm:spPr/>
      <dgm:t>
        <a:bodyPr/>
        <a:lstStyle/>
        <a:p>
          <a:r>
            <a:rPr lang="en-US"/>
            <a:t>Injective ET surjective (exactement un antécédent)</a:t>
          </a:r>
        </a:p>
      </dgm:t>
    </dgm:pt>
    <dgm:pt modelId="{FEED2281-2C4B-4590-A9F0-D5DC0BD22FE5}" type="parTrans" cxnId="{FA033734-86F1-4467-9474-ED3E7FF86A06}">
      <dgm:prSet/>
      <dgm:spPr/>
      <dgm:t>
        <a:bodyPr/>
        <a:lstStyle/>
        <a:p>
          <a:endParaRPr lang="en-US"/>
        </a:p>
      </dgm:t>
    </dgm:pt>
    <dgm:pt modelId="{4653604F-90FF-4517-A730-E534DCE9CC9E}" type="sibTrans" cxnId="{FA033734-86F1-4467-9474-ED3E7FF86A06}">
      <dgm:prSet/>
      <dgm:spPr/>
      <dgm:t>
        <a:bodyPr/>
        <a:lstStyle/>
        <a:p>
          <a:endParaRPr lang="en-US"/>
        </a:p>
      </dgm:t>
    </dgm:pt>
    <dgm:pt modelId="{A8AD1915-393D-4051-8796-3D9FA7D652A3}" type="pres">
      <dgm:prSet presAssocID="{55B0461D-801D-48B8-8B25-763C87B3AD7F}" presName="linear" presStyleCnt="0">
        <dgm:presLayoutVars>
          <dgm:dir/>
          <dgm:animLvl val="lvl"/>
          <dgm:resizeHandles val="exact"/>
        </dgm:presLayoutVars>
      </dgm:prSet>
      <dgm:spPr/>
    </dgm:pt>
    <dgm:pt modelId="{5A978039-8C8C-406B-8737-C7AC84E243E6}" type="pres">
      <dgm:prSet presAssocID="{5EE8EF26-218A-4E99-940F-AFC66552DB31}" presName="parentLin" presStyleCnt="0"/>
      <dgm:spPr/>
    </dgm:pt>
    <dgm:pt modelId="{BD70E1E2-F6C1-425B-93F9-0E7BC1F97563}" type="pres">
      <dgm:prSet presAssocID="{5EE8EF26-218A-4E99-940F-AFC66552DB31}" presName="parentLeftMargin" presStyleLbl="node1" presStyleIdx="0" presStyleCnt="3"/>
      <dgm:spPr/>
    </dgm:pt>
    <dgm:pt modelId="{12370E4B-31DE-4D9C-952A-9FFB2E8CD590}" type="pres">
      <dgm:prSet presAssocID="{5EE8EF26-218A-4E99-940F-AFC66552DB31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A2194A22-C42E-495B-9085-EA597EE30CA0}" type="pres">
      <dgm:prSet presAssocID="{5EE8EF26-218A-4E99-940F-AFC66552DB31}" presName="negativeSpace" presStyleCnt="0"/>
      <dgm:spPr/>
    </dgm:pt>
    <dgm:pt modelId="{6946A390-0C27-4EA5-BFE6-F47D0FC4F74D}" type="pres">
      <dgm:prSet presAssocID="{5EE8EF26-218A-4E99-940F-AFC66552DB31}" presName="childText" presStyleLbl="conFgAcc1" presStyleIdx="0" presStyleCnt="3">
        <dgm:presLayoutVars>
          <dgm:bulletEnabled val="1"/>
        </dgm:presLayoutVars>
      </dgm:prSet>
      <dgm:spPr/>
    </dgm:pt>
    <dgm:pt modelId="{EF70CBDC-EF55-4C10-B722-5D9F49B5F7CC}" type="pres">
      <dgm:prSet presAssocID="{D6D4A9CC-29DA-4F01-9E13-3779CF01A8B1}" presName="spaceBetweenRectangles" presStyleCnt="0"/>
      <dgm:spPr/>
    </dgm:pt>
    <dgm:pt modelId="{F4E924D4-D371-4962-BF44-E33954DE7B49}" type="pres">
      <dgm:prSet presAssocID="{407010B4-4E65-4458-9CD1-8F4000589380}" presName="parentLin" presStyleCnt="0"/>
      <dgm:spPr/>
    </dgm:pt>
    <dgm:pt modelId="{2BCC8D76-E371-46AB-83DB-D862315F2192}" type="pres">
      <dgm:prSet presAssocID="{407010B4-4E65-4458-9CD1-8F4000589380}" presName="parentLeftMargin" presStyleLbl="node1" presStyleIdx="0" presStyleCnt="3"/>
      <dgm:spPr/>
    </dgm:pt>
    <dgm:pt modelId="{7209DF2D-847D-4691-87F7-F92A50AD95C3}" type="pres">
      <dgm:prSet presAssocID="{407010B4-4E65-4458-9CD1-8F4000589380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B738F8CA-ED9B-4D05-AA03-5B73E3534F3E}" type="pres">
      <dgm:prSet presAssocID="{407010B4-4E65-4458-9CD1-8F4000589380}" presName="negativeSpace" presStyleCnt="0"/>
      <dgm:spPr/>
    </dgm:pt>
    <dgm:pt modelId="{C398EE49-E8DE-4A2D-9C1B-68F3974C3673}" type="pres">
      <dgm:prSet presAssocID="{407010B4-4E65-4458-9CD1-8F4000589380}" presName="childText" presStyleLbl="conFgAcc1" presStyleIdx="1" presStyleCnt="3">
        <dgm:presLayoutVars>
          <dgm:bulletEnabled val="1"/>
        </dgm:presLayoutVars>
      </dgm:prSet>
      <dgm:spPr/>
    </dgm:pt>
    <dgm:pt modelId="{FF231534-0643-4279-B526-2F53370F36E9}" type="pres">
      <dgm:prSet presAssocID="{8B8D42DA-79B6-4D91-8DE8-3FA52E9C85BF}" presName="spaceBetweenRectangles" presStyleCnt="0"/>
      <dgm:spPr/>
    </dgm:pt>
    <dgm:pt modelId="{3B1AEC9D-E5A9-46C2-BF2A-1FA16FBCC61C}" type="pres">
      <dgm:prSet presAssocID="{DDC03AFE-F99B-429D-A4D4-07FE1C9D8915}" presName="parentLin" presStyleCnt="0"/>
      <dgm:spPr/>
    </dgm:pt>
    <dgm:pt modelId="{1F6DAD8E-F933-4242-9609-4555FDF71543}" type="pres">
      <dgm:prSet presAssocID="{DDC03AFE-F99B-429D-A4D4-07FE1C9D8915}" presName="parentLeftMargin" presStyleLbl="node1" presStyleIdx="1" presStyleCnt="3"/>
      <dgm:spPr/>
    </dgm:pt>
    <dgm:pt modelId="{A53282B6-140A-479C-BEAA-847404996BD1}" type="pres">
      <dgm:prSet presAssocID="{DDC03AFE-F99B-429D-A4D4-07FE1C9D8915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D972BEC0-7776-467B-A3C4-09F53A8A6315}" type="pres">
      <dgm:prSet presAssocID="{DDC03AFE-F99B-429D-A4D4-07FE1C9D8915}" presName="negativeSpace" presStyleCnt="0"/>
      <dgm:spPr/>
    </dgm:pt>
    <dgm:pt modelId="{17145952-1979-4877-94FA-0BB711D0B8BC}" type="pres">
      <dgm:prSet presAssocID="{DDC03AFE-F99B-429D-A4D4-07FE1C9D8915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9C1F0A22-1242-4D09-8D7E-4FCD4717AFAE}" type="presOf" srcId="{407010B4-4E65-4458-9CD1-8F4000589380}" destId="{7209DF2D-847D-4691-87F7-F92A50AD95C3}" srcOrd="1" destOrd="0" presId="urn:microsoft.com/office/officeart/2005/8/layout/list1"/>
    <dgm:cxn modelId="{61729425-42FB-43C3-8A43-110E1403C378}" srcId="{55B0461D-801D-48B8-8B25-763C87B3AD7F}" destId="{407010B4-4E65-4458-9CD1-8F4000589380}" srcOrd="1" destOrd="0" parTransId="{9D0F4363-BAA6-45E3-8188-5FEDFD19DE1E}" sibTransId="{8B8D42DA-79B6-4D91-8DE8-3FA52E9C85BF}"/>
    <dgm:cxn modelId="{25B72D27-63E5-4F85-A75B-A8738217B1C5}" type="presOf" srcId="{5EE8EF26-218A-4E99-940F-AFC66552DB31}" destId="{BD70E1E2-F6C1-425B-93F9-0E7BC1F97563}" srcOrd="0" destOrd="0" presId="urn:microsoft.com/office/officeart/2005/8/layout/list1"/>
    <dgm:cxn modelId="{7FF9262B-A701-46FB-99C9-D0E584541D62}" srcId="{5EE8EF26-218A-4E99-940F-AFC66552DB31}" destId="{B707B4ED-A8B9-439A-A9D9-8B03A9264234}" srcOrd="0" destOrd="0" parTransId="{20C9892A-6326-4FC4-AE75-C5D0243BAD23}" sibTransId="{80858CC2-B4F4-43E9-8739-D21FC3D9B0BB}"/>
    <dgm:cxn modelId="{A26E492F-1A76-4E1F-BF44-8177E4AA6DB7}" srcId="{407010B4-4E65-4458-9CD1-8F4000589380}" destId="{A287ABF2-0839-4B73-94AC-1326DFB83866}" srcOrd="0" destOrd="0" parTransId="{DE650E16-5397-45B1-A8A1-6504CA5A8BAE}" sibTransId="{87BB7950-CC9E-4CE8-AFFD-46FC86DB99B2}"/>
    <dgm:cxn modelId="{FA033734-86F1-4467-9474-ED3E7FF86A06}" srcId="{DDC03AFE-F99B-429D-A4D4-07FE1C9D8915}" destId="{C3231162-0760-4217-A684-10EC2249DB1E}" srcOrd="0" destOrd="0" parTransId="{FEED2281-2C4B-4590-A9F0-D5DC0BD22FE5}" sibTransId="{4653604F-90FF-4517-A730-E534DCE9CC9E}"/>
    <dgm:cxn modelId="{BC278D64-A3D1-4209-870A-F3B70C804657}" type="presOf" srcId="{A287ABF2-0839-4B73-94AC-1326DFB83866}" destId="{C398EE49-E8DE-4A2D-9C1B-68F3974C3673}" srcOrd="0" destOrd="0" presId="urn:microsoft.com/office/officeart/2005/8/layout/list1"/>
    <dgm:cxn modelId="{86871166-F29A-434A-98B2-329BE90027EC}" srcId="{55B0461D-801D-48B8-8B25-763C87B3AD7F}" destId="{DDC03AFE-F99B-429D-A4D4-07FE1C9D8915}" srcOrd="2" destOrd="0" parTransId="{578C579E-F0DB-4423-A5A7-0C86DC535BCD}" sibTransId="{0B0A7DE6-9ED6-4732-BBA3-BFFF4486291A}"/>
    <dgm:cxn modelId="{8724706A-2FEC-44CA-8600-3FBC52A3779A}" type="presOf" srcId="{407010B4-4E65-4458-9CD1-8F4000589380}" destId="{2BCC8D76-E371-46AB-83DB-D862315F2192}" srcOrd="0" destOrd="0" presId="urn:microsoft.com/office/officeart/2005/8/layout/list1"/>
    <dgm:cxn modelId="{963F0554-3989-4C3B-B614-8875F7B0CBFC}" type="presOf" srcId="{DDC03AFE-F99B-429D-A4D4-07FE1C9D8915}" destId="{1F6DAD8E-F933-4242-9609-4555FDF71543}" srcOrd="0" destOrd="0" presId="urn:microsoft.com/office/officeart/2005/8/layout/list1"/>
    <dgm:cxn modelId="{88E4917C-8D85-4B0E-9093-A4B591F35633}" srcId="{55B0461D-801D-48B8-8B25-763C87B3AD7F}" destId="{5EE8EF26-218A-4E99-940F-AFC66552DB31}" srcOrd="0" destOrd="0" parTransId="{845C4DE1-7F78-43CE-9DA8-9BBB33A87D8C}" sibTransId="{D6D4A9CC-29DA-4F01-9E13-3779CF01A8B1}"/>
    <dgm:cxn modelId="{4DE1DE93-E19A-4B10-A9A7-E4BE8B778A25}" type="presOf" srcId="{C3231162-0760-4217-A684-10EC2249DB1E}" destId="{17145952-1979-4877-94FA-0BB711D0B8BC}" srcOrd="0" destOrd="0" presId="urn:microsoft.com/office/officeart/2005/8/layout/list1"/>
    <dgm:cxn modelId="{224BDBE4-601A-43CD-9A7F-8874FA61C372}" type="presOf" srcId="{55B0461D-801D-48B8-8B25-763C87B3AD7F}" destId="{A8AD1915-393D-4051-8796-3D9FA7D652A3}" srcOrd="0" destOrd="0" presId="urn:microsoft.com/office/officeart/2005/8/layout/list1"/>
    <dgm:cxn modelId="{C9CBF0E5-6A83-47FB-B1DA-D4EB1DE83F67}" type="presOf" srcId="{5EE8EF26-218A-4E99-940F-AFC66552DB31}" destId="{12370E4B-31DE-4D9C-952A-9FFB2E8CD590}" srcOrd="1" destOrd="0" presId="urn:microsoft.com/office/officeart/2005/8/layout/list1"/>
    <dgm:cxn modelId="{9124F7F4-4655-4CF9-9ED1-F85BA4C59139}" type="presOf" srcId="{DDC03AFE-F99B-429D-A4D4-07FE1C9D8915}" destId="{A53282B6-140A-479C-BEAA-847404996BD1}" srcOrd="1" destOrd="0" presId="urn:microsoft.com/office/officeart/2005/8/layout/list1"/>
    <dgm:cxn modelId="{65A023F8-A76F-41D4-B0A3-D94A3AD52FF0}" type="presOf" srcId="{B707B4ED-A8B9-439A-A9D9-8B03A9264234}" destId="{6946A390-0C27-4EA5-BFE6-F47D0FC4F74D}" srcOrd="0" destOrd="0" presId="urn:microsoft.com/office/officeart/2005/8/layout/list1"/>
    <dgm:cxn modelId="{3A566E9B-4B80-43F8-BE9E-49714B0B3D35}" type="presParOf" srcId="{A8AD1915-393D-4051-8796-3D9FA7D652A3}" destId="{5A978039-8C8C-406B-8737-C7AC84E243E6}" srcOrd="0" destOrd="0" presId="urn:microsoft.com/office/officeart/2005/8/layout/list1"/>
    <dgm:cxn modelId="{2D3004B4-A5C8-4C03-9268-B85708EF5E2E}" type="presParOf" srcId="{5A978039-8C8C-406B-8737-C7AC84E243E6}" destId="{BD70E1E2-F6C1-425B-93F9-0E7BC1F97563}" srcOrd="0" destOrd="0" presId="urn:microsoft.com/office/officeart/2005/8/layout/list1"/>
    <dgm:cxn modelId="{BD9D0B64-B7E6-41BF-8F57-3A854FDB571E}" type="presParOf" srcId="{5A978039-8C8C-406B-8737-C7AC84E243E6}" destId="{12370E4B-31DE-4D9C-952A-9FFB2E8CD590}" srcOrd="1" destOrd="0" presId="urn:microsoft.com/office/officeart/2005/8/layout/list1"/>
    <dgm:cxn modelId="{4C429CEC-3E03-4E63-9FA5-8802FA52148E}" type="presParOf" srcId="{A8AD1915-393D-4051-8796-3D9FA7D652A3}" destId="{A2194A22-C42E-495B-9085-EA597EE30CA0}" srcOrd="1" destOrd="0" presId="urn:microsoft.com/office/officeart/2005/8/layout/list1"/>
    <dgm:cxn modelId="{79057E6A-767C-4730-BD96-4A5EC6A25DE9}" type="presParOf" srcId="{A8AD1915-393D-4051-8796-3D9FA7D652A3}" destId="{6946A390-0C27-4EA5-BFE6-F47D0FC4F74D}" srcOrd="2" destOrd="0" presId="urn:microsoft.com/office/officeart/2005/8/layout/list1"/>
    <dgm:cxn modelId="{B095F388-A538-4ECF-8FAD-96B8A6CCF305}" type="presParOf" srcId="{A8AD1915-393D-4051-8796-3D9FA7D652A3}" destId="{EF70CBDC-EF55-4C10-B722-5D9F49B5F7CC}" srcOrd="3" destOrd="0" presId="urn:microsoft.com/office/officeart/2005/8/layout/list1"/>
    <dgm:cxn modelId="{969D89D2-2069-4519-90D4-3C4E647AF47B}" type="presParOf" srcId="{A8AD1915-393D-4051-8796-3D9FA7D652A3}" destId="{F4E924D4-D371-4962-BF44-E33954DE7B49}" srcOrd="4" destOrd="0" presId="urn:microsoft.com/office/officeart/2005/8/layout/list1"/>
    <dgm:cxn modelId="{42A1FBF1-F168-421C-BD07-7D5EA8E3D502}" type="presParOf" srcId="{F4E924D4-D371-4962-BF44-E33954DE7B49}" destId="{2BCC8D76-E371-46AB-83DB-D862315F2192}" srcOrd="0" destOrd="0" presId="urn:microsoft.com/office/officeart/2005/8/layout/list1"/>
    <dgm:cxn modelId="{C73B1606-27E3-4167-80AF-67C47C68F587}" type="presParOf" srcId="{F4E924D4-D371-4962-BF44-E33954DE7B49}" destId="{7209DF2D-847D-4691-87F7-F92A50AD95C3}" srcOrd="1" destOrd="0" presId="urn:microsoft.com/office/officeart/2005/8/layout/list1"/>
    <dgm:cxn modelId="{F6F5A3A2-6A48-4A2E-A9ED-A478F0005018}" type="presParOf" srcId="{A8AD1915-393D-4051-8796-3D9FA7D652A3}" destId="{B738F8CA-ED9B-4D05-AA03-5B73E3534F3E}" srcOrd="5" destOrd="0" presId="urn:microsoft.com/office/officeart/2005/8/layout/list1"/>
    <dgm:cxn modelId="{1C6FB50F-18A1-416E-B86C-91F2BFEA17BA}" type="presParOf" srcId="{A8AD1915-393D-4051-8796-3D9FA7D652A3}" destId="{C398EE49-E8DE-4A2D-9C1B-68F3974C3673}" srcOrd="6" destOrd="0" presId="urn:microsoft.com/office/officeart/2005/8/layout/list1"/>
    <dgm:cxn modelId="{81888B17-488C-4C2B-989F-9AAB4BA820CD}" type="presParOf" srcId="{A8AD1915-393D-4051-8796-3D9FA7D652A3}" destId="{FF231534-0643-4279-B526-2F53370F36E9}" srcOrd="7" destOrd="0" presId="urn:microsoft.com/office/officeart/2005/8/layout/list1"/>
    <dgm:cxn modelId="{E2512F1B-BB12-4C83-B347-F2443D67BB63}" type="presParOf" srcId="{A8AD1915-393D-4051-8796-3D9FA7D652A3}" destId="{3B1AEC9D-E5A9-46C2-BF2A-1FA16FBCC61C}" srcOrd="8" destOrd="0" presId="urn:microsoft.com/office/officeart/2005/8/layout/list1"/>
    <dgm:cxn modelId="{F83B9BDF-9931-4EE0-88DC-177BD6103C9F}" type="presParOf" srcId="{3B1AEC9D-E5A9-46C2-BF2A-1FA16FBCC61C}" destId="{1F6DAD8E-F933-4242-9609-4555FDF71543}" srcOrd="0" destOrd="0" presId="urn:microsoft.com/office/officeart/2005/8/layout/list1"/>
    <dgm:cxn modelId="{D5754891-C9CC-48E7-9584-E3FB9C567359}" type="presParOf" srcId="{3B1AEC9D-E5A9-46C2-BF2A-1FA16FBCC61C}" destId="{A53282B6-140A-479C-BEAA-847404996BD1}" srcOrd="1" destOrd="0" presId="urn:microsoft.com/office/officeart/2005/8/layout/list1"/>
    <dgm:cxn modelId="{CE8F2E11-DB06-4EBA-91A9-02C570C088E9}" type="presParOf" srcId="{A8AD1915-393D-4051-8796-3D9FA7D652A3}" destId="{D972BEC0-7776-467B-A3C4-09F53A8A6315}" srcOrd="9" destOrd="0" presId="urn:microsoft.com/office/officeart/2005/8/layout/list1"/>
    <dgm:cxn modelId="{3FAB756E-25F8-4F8A-92B6-FF3062F86036}" type="presParOf" srcId="{A8AD1915-393D-4051-8796-3D9FA7D652A3}" destId="{17145952-1979-4877-94FA-0BB711D0B8BC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29B5869B-93B4-45C1-BDEA-BAE0B16AF6D7}" type="doc">
      <dgm:prSet loTypeId="urn:microsoft.com/office/officeart/2008/layout/LinedList" loCatId="list" qsTypeId="urn:microsoft.com/office/officeart/2005/8/quickstyle/simple4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41F4AC17-0CBE-4248-B06C-961E823209EF}">
      <dgm:prSet/>
      <dgm:spPr/>
      <dgm:t>
        <a:bodyPr/>
        <a:lstStyle/>
        <a:p>
          <a:r>
            <a:rPr lang="en-US"/>
            <a:t>f1 : N→Q, x↦1/(1+x) : injective, non surjective (images ≤ 1)</a:t>
          </a:r>
        </a:p>
      </dgm:t>
    </dgm:pt>
    <dgm:pt modelId="{24364904-2111-44BB-8B42-6CB3EDE962F6}" type="parTrans" cxnId="{DE17D887-43E4-43D6-9010-62A9E8B6C84D}">
      <dgm:prSet/>
      <dgm:spPr/>
      <dgm:t>
        <a:bodyPr/>
        <a:lstStyle/>
        <a:p>
          <a:endParaRPr lang="en-US"/>
        </a:p>
      </dgm:t>
    </dgm:pt>
    <dgm:pt modelId="{5F2C6D04-6838-4455-8B4B-6D34B5BB8272}" type="sibTrans" cxnId="{DE17D887-43E4-43D6-9010-62A9E8B6C84D}">
      <dgm:prSet/>
      <dgm:spPr/>
      <dgm:t>
        <a:bodyPr/>
        <a:lstStyle/>
        <a:p>
          <a:endParaRPr lang="en-US"/>
        </a:p>
      </dgm:t>
    </dgm:pt>
    <dgm:pt modelId="{88149DE3-54B4-418D-A969-CE2B6C723700}">
      <dgm:prSet/>
      <dgm:spPr/>
      <dgm:t>
        <a:bodyPr/>
        <a:lstStyle/>
        <a:p>
          <a:r>
            <a:rPr lang="en-US"/>
            <a:t>f2 : Z→N, x↦x² : ni injective (2 et −2), ni surjective (3 sans antécédent)</a:t>
          </a:r>
        </a:p>
      </dgm:t>
    </dgm:pt>
    <dgm:pt modelId="{DF8EFB23-E7B7-4F4E-AC5B-9CADF1DAEF4E}" type="parTrans" cxnId="{61AE4CA1-BDC0-4ABE-9045-C0236EA9B2E9}">
      <dgm:prSet/>
      <dgm:spPr/>
      <dgm:t>
        <a:bodyPr/>
        <a:lstStyle/>
        <a:p>
          <a:endParaRPr lang="en-US"/>
        </a:p>
      </dgm:t>
    </dgm:pt>
    <dgm:pt modelId="{60833231-516E-4BBF-9F7C-3520B51D9CD4}" type="sibTrans" cxnId="{61AE4CA1-BDC0-4ABE-9045-C0236EA9B2E9}">
      <dgm:prSet/>
      <dgm:spPr/>
      <dgm:t>
        <a:bodyPr/>
        <a:lstStyle/>
        <a:p>
          <a:endParaRPr lang="en-US"/>
        </a:p>
      </dgm:t>
    </dgm:pt>
    <dgm:pt modelId="{C101A330-D932-41FB-8400-39917424B80E}" type="pres">
      <dgm:prSet presAssocID="{29B5869B-93B4-45C1-BDEA-BAE0B16AF6D7}" presName="vert0" presStyleCnt="0">
        <dgm:presLayoutVars>
          <dgm:dir/>
          <dgm:animOne val="branch"/>
          <dgm:animLvl val="lvl"/>
        </dgm:presLayoutVars>
      </dgm:prSet>
      <dgm:spPr/>
    </dgm:pt>
    <dgm:pt modelId="{5CAD93EF-2C46-4B84-B41B-0D331E6403D5}" type="pres">
      <dgm:prSet presAssocID="{41F4AC17-0CBE-4248-B06C-961E823209EF}" presName="thickLine" presStyleLbl="alignNode1" presStyleIdx="0" presStyleCnt="2"/>
      <dgm:spPr/>
    </dgm:pt>
    <dgm:pt modelId="{BB261920-8606-44F8-85DA-98828FC345B8}" type="pres">
      <dgm:prSet presAssocID="{41F4AC17-0CBE-4248-B06C-961E823209EF}" presName="horz1" presStyleCnt="0"/>
      <dgm:spPr/>
    </dgm:pt>
    <dgm:pt modelId="{8460CD14-791A-41EE-B06E-09C02B883239}" type="pres">
      <dgm:prSet presAssocID="{41F4AC17-0CBE-4248-B06C-961E823209EF}" presName="tx1" presStyleLbl="revTx" presStyleIdx="0" presStyleCnt="2"/>
      <dgm:spPr/>
    </dgm:pt>
    <dgm:pt modelId="{26C43902-940F-4029-A09D-19246756BED0}" type="pres">
      <dgm:prSet presAssocID="{41F4AC17-0CBE-4248-B06C-961E823209EF}" presName="vert1" presStyleCnt="0"/>
      <dgm:spPr/>
    </dgm:pt>
    <dgm:pt modelId="{91DD77E2-3C8A-4081-9AAF-30B43D181C2F}" type="pres">
      <dgm:prSet presAssocID="{88149DE3-54B4-418D-A969-CE2B6C723700}" presName="thickLine" presStyleLbl="alignNode1" presStyleIdx="1" presStyleCnt="2"/>
      <dgm:spPr/>
    </dgm:pt>
    <dgm:pt modelId="{373ED655-E5F2-461D-B170-52503889B5DC}" type="pres">
      <dgm:prSet presAssocID="{88149DE3-54B4-418D-A969-CE2B6C723700}" presName="horz1" presStyleCnt="0"/>
      <dgm:spPr/>
    </dgm:pt>
    <dgm:pt modelId="{7502D1DD-A1C8-484D-A699-76E550B00A32}" type="pres">
      <dgm:prSet presAssocID="{88149DE3-54B4-418D-A969-CE2B6C723700}" presName="tx1" presStyleLbl="revTx" presStyleIdx="1" presStyleCnt="2"/>
      <dgm:spPr/>
    </dgm:pt>
    <dgm:pt modelId="{82511A17-26BF-4A9D-8646-15BED63474B9}" type="pres">
      <dgm:prSet presAssocID="{88149DE3-54B4-418D-A969-CE2B6C723700}" presName="vert1" presStyleCnt="0"/>
      <dgm:spPr/>
    </dgm:pt>
  </dgm:ptLst>
  <dgm:cxnLst>
    <dgm:cxn modelId="{F9974C2C-D367-4FBF-99B7-DF59A0E26BD7}" type="presOf" srcId="{29B5869B-93B4-45C1-BDEA-BAE0B16AF6D7}" destId="{C101A330-D932-41FB-8400-39917424B80E}" srcOrd="0" destOrd="0" presId="urn:microsoft.com/office/officeart/2008/layout/LinedList"/>
    <dgm:cxn modelId="{EA5C0741-FE07-4CF7-95D9-0D60F07C14AE}" type="presOf" srcId="{41F4AC17-0CBE-4248-B06C-961E823209EF}" destId="{8460CD14-791A-41EE-B06E-09C02B883239}" srcOrd="0" destOrd="0" presId="urn:microsoft.com/office/officeart/2008/layout/LinedList"/>
    <dgm:cxn modelId="{EBE4EF44-9641-47C2-80B8-00009ECE70E8}" type="presOf" srcId="{88149DE3-54B4-418D-A969-CE2B6C723700}" destId="{7502D1DD-A1C8-484D-A699-76E550B00A32}" srcOrd="0" destOrd="0" presId="urn:microsoft.com/office/officeart/2008/layout/LinedList"/>
    <dgm:cxn modelId="{DE17D887-43E4-43D6-9010-62A9E8B6C84D}" srcId="{29B5869B-93B4-45C1-BDEA-BAE0B16AF6D7}" destId="{41F4AC17-0CBE-4248-B06C-961E823209EF}" srcOrd="0" destOrd="0" parTransId="{24364904-2111-44BB-8B42-6CB3EDE962F6}" sibTransId="{5F2C6D04-6838-4455-8B4B-6D34B5BB8272}"/>
    <dgm:cxn modelId="{61AE4CA1-BDC0-4ABE-9045-C0236EA9B2E9}" srcId="{29B5869B-93B4-45C1-BDEA-BAE0B16AF6D7}" destId="{88149DE3-54B4-418D-A969-CE2B6C723700}" srcOrd="1" destOrd="0" parTransId="{DF8EFB23-E7B7-4F4E-AC5B-9CADF1DAEF4E}" sibTransId="{60833231-516E-4BBF-9F7C-3520B51D9CD4}"/>
    <dgm:cxn modelId="{3FA8EBA5-4CB1-4308-AC8D-9316E624F6E7}" type="presParOf" srcId="{C101A330-D932-41FB-8400-39917424B80E}" destId="{5CAD93EF-2C46-4B84-B41B-0D331E6403D5}" srcOrd="0" destOrd="0" presId="urn:microsoft.com/office/officeart/2008/layout/LinedList"/>
    <dgm:cxn modelId="{051F882B-3FDF-40EB-A998-E6AF4227CD6A}" type="presParOf" srcId="{C101A330-D932-41FB-8400-39917424B80E}" destId="{BB261920-8606-44F8-85DA-98828FC345B8}" srcOrd="1" destOrd="0" presId="urn:microsoft.com/office/officeart/2008/layout/LinedList"/>
    <dgm:cxn modelId="{8C08A17C-DF15-468E-BD9D-297466D417F2}" type="presParOf" srcId="{BB261920-8606-44F8-85DA-98828FC345B8}" destId="{8460CD14-791A-41EE-B06E-09C02B883239}" srcOrd="0" destOrd="0" presId="urn:microsoft.com/office/officeart/2008/layout/LinedList"/>
    <dgm:cxn modelId="{DC548BC4-9237-43B7-8E72-9BF4087CDC34}" type="presParOf" srcId="{BB261920-8606-44F8-85DA-98828FC345B8}" destId="{26C43902-940F-4029-A09D-19246756BED0}" srcOrd="1" destOrd="0" presId="urn:microsoft.com/office/officeart/2008/layout/LinedList"/>
    <dgm:cxn modelId="{8066EC47-DEB6-4EF8-9B18-ED086A4D8510}" type="presParOf" srcId="{C101A330-D932-41FB-8400-39917424B80E}" destId="{91DD77E2-3C8A-4081-9AAF-30B43D181C2F}" srcOrd="2" destOrd="0" presId="urn:microsoft.com/office/officeart/2008/layout/LinedList"/>
    <dgm:cxn modelId="{3E70B66F-D19E-453A-9293-4FE5FAE7C177}" type="presParOf" srcId="{C101A330-D932-41FB-8400-39917424B80E}" destId="{373ED655-E5F2-461D-B170-52503889B5DC}" srcOrd="3" destOrd="0" presId="urn:microsoft.com/office/officeart/2008/layout/LinedList"/>
    <dgm:cxn modelId="{61BD8CC5-C2AD-4FE2-8B1A-C3EEE4536720}" type="presParOf" srcId="{373ED655-E5F2-461D-B170-52503889B5DC}" destId="{7502D1DD-A1C8-484D-A699-76E550B00A32}" srcOrd="0" destOrd="0" presId="urn:microsoft.com/office/officeart/2008/layout/LinedList"/>
    <dgm:cxn modelId="{93D7A7DF-7990-40FF-8D2B-7E20C10A7E12}" type="presParOf" srcId="{373ED655-E5F2-461D-B170-52503889B5DC}" destId="{82511A17-26BF-4A9D-8646-15BED63474B9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F2D25BD9-AF46-440B-AFB2-E59F0CB49B53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F47B912B-218A-4928-A9D0-94D15ABE8A99}">
      <dgm:prSet/>
      <dgm:spPr/>
      <dgm:t>
        <a:bodyPr/>
        <a:lstStyle/>
        <a:p>
          <a:r>
            <a:rPr lang="en-US"/>
            <a:t>f bijective ⇔ ∃g: F→E telle que f∘g=id_F et g∘f=id_E</a:t>
          </a:r>
        </a:p>
      </dgm:t>
    </dgm:pt>
    <dgm:pt modelId="{81B8E4B9-1D56-484B-819D-AA5192F4D6F8}" type="parTrans" cxnId="{A282B85C-09E1-476A-AF24-FE828519F3D2}">
      <dgm:prSet/>
      <dgm:spPr/>
      <dgm:t>
        <a:bodyPr/>
        <a:lstStyle/>
        <a:p>
          <a:endParaRPr lang="en-US"/>
        </a:p>
      </dgm:t>
    </dgm:pt>
    <dgm:pt modelId="{455B56CF-9C65-4AAA-A7FB-DF37344B2B03}" type="sibTrans" cxnId="{A282B85C-09E1-476A-AF24-FE828519F3D2}">
      <dgm:prSet/>
      <dgm:spPr/>
      <dgm:t>
        <a:bodyPr/>
        <a:lstStyle/>
        <a:p>
          <a:endParaRPr lang="en-US"/>
        </a:p>
      </dgm:t>
    </dgm:pt>
    <dgm:pt modelId="{80106540-AEDD-4DAE-BD0B-A094885E94E9}">
      <dgm:prSet/>
      <dgm:spPr/>
      <dgm:t>
        <a:bodyPr/>
        <a:lstStyle/>
        <a:p>
          <a:r>
            <a:rPr lang="en-US"/>
            <a:t>Inverse unique ; (f⁻¹)⁻¹=f ; (g∘f)⁻¹=f⁻¹∘g⁻¹</a:t>
          </a:r>
        </a:p>
      </dgm:t>
    </dgm:pt>
    <dgm:pt modelId="{33357B02-0C48-456D-8369-4B9B131557FA}" type="parTrans" cxnId="{2B2FCA0A-9D5B-4C8C-BF09-D9C24A6CC62B}">
      <dgm:prSet/>
      <dgm:spPr/>
      <dgm:t>
        <a:bodyPr/>
        <a:lstStyle/>
        <a:p>
          <a:endParaRPr lang="en-US"/>
        </a:p>
      </dgm:t>
    </dgm:pt>
    <dgm:pt modelId="{155980FD-01DC-4C12-9B63-36FA152A9F14}" type="sibTrans" cxnId="{2B2FCA0A-9D5B-4C8C-BF09-D9C24A6CC62B}">
      <dgm:prSet/>
      <dgm:spPr/>
      <dgm:t>
        <a:bodyPr/>
        <a:lstStyle/>
        <a:p>
          <a:endParaRPr lang="en-US"/>
        </a:p>
      </dgm:t>
    </dgm:pt>
    <dgm:pt modelId="{82B94C2D-F762-41C5-9898-9DB4E65CB9BD}">
      <dgm:prSet/>
      <dgm:spPr/>
      <dgm:t>
        <a:bodyPr/>
        <a:lstStyle/>
        <a:p>
          <a:r>
            <a:rPr lang="en-US"/>
            <a:t>Exemple : exp : R→]0,+∞[, inverse ln</a:t>
          </a:r>
        </a:p>
      </dgm:t>
    </dgm:pt>
    <dgm:pt modelId="{993580CE-9E5C-4CC0-8BAF-73A09A9905F4}" type="parTrans" cxnId="{07C93D92-6EF1-4ECD-9E81-24299B5B77FB}">
      <dgm:prSet/>
      <dgm:spPr/>
      <dgm:t>
        <a:bodyPr/>
        <a:lstStyle/>
        <a:p>
          <a:endParaRPr lang="en-US"/>
        </a:p>
      </dgm:t>
    </dgm:pt>
    <dgm:pt modelId="{2A6AD9DB-F3B7-4072-B43D-D67AB33D440A}" type="sibTrans" cxnId="{07C93D92-6EF1-4ECD-9E81-24299B5B77FB}">
      <dgm:prSet/>
      <dgm:spPr/>
      <dgm:t>
        <a:bodyPr/>
        <a:lstStyle/>
        <a:p>
          <a:endParaRPr lang="en-US"/>
        </a:p>
      </dgm:t>
    </dgm:pt>
    <dgm:pt modelId="{79B07716-25A9-40E1-9286-ED0D2FE33589}" type="pres">
      <dgm:prSet presAssocID="{F2D25BD9-AF46-440B-AFB2-E59F0CB49B53}" presName="linear" presStyleCnt="0">
        <dgm:presLayoutVars>
          <dgm:animLvl val="lvl"/>
          <dgm:resizeHandles val="exact"/>
        </dgm:presLayoutVars>
      </dgm:prSet>
      <dgm:spPr/>
    </dgm:pt>
    <dgm:pt modelId="{0555F68C-E6A6-4B89-BFFB-454BCD5F6BC5}" type="pres">
      <dgm:prSet presAssocID="{F47B912B-218A-4928-A9D0-94D15ABE8A99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0B781C35-4D78-4ECC-9413-4D9E39063650}" type="pres">
      <dgm:prSet presAssocID="{455B56CF-9C65-4AAA-A7FB-DF37344B2B03}" presName="spacer" presStyleCnt="0"/>
      <dgm:spPr/>
    </dgm:pt>
    <dgm:pt modelId="{3AC59F93-2607-4BEC-A212-3DA71DCB8CEF}" type="pres">
      <dgm:prSet presAssocID="{80106540-AEDD-4DAE-BD0B-A094885E94E9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A2E16C77-E2CA-45A3-A143-B8CA1A1A9A69}" type="pres">
      <dgm:prSet presAssocID="{155980FD-01DC-4C12-9B63-36FA152A9F14}" presName="spacer" presStyleCnt="0"/>
      <dgm:spPr/>
    </dgm:pt>
    <dgm:pt modelId="{2CEA9355-855F-4CB6-B775-2F4D56D3A492}" type="pres">
      <dgm:prSet presAssocID="{82B94C2D-F762-41C5-9898-9DB4E65CB9BD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2B2FCA0A-9D5B-4C8C-BF09-D9C24A6CC62B}" srcId="{F2D25BD9-AF46-440B-AFB2-E59F0CB49B53}" destId="{80106540-AEDD-4DAE-BD0B-A094885E94E9}" srcOrd="1" destOrd="0" parTransId="{33357B02-0C48-456D-8369-4B9B131557FA}" sibTransId="{155980FD-01DC-4C12-9B63-36FA152A9F14}"/>
    <dgm:cxn modelId="{A282B85C-09E1-476A-AF24-FE828519F3D2}" srcId="{F2D25BD9-AF46-440B-AFB2-E59F0CB49B53}" destId="{F47B912B-218A-4928-A9D0-94D15ABE8A99}" srcOrd="0" destOrd="0" parTransId="{81B8E4B9-1D56-484B-819D-AA5192F4D6F8}" sibTransId="{455B56CF-9C65-4AAA-A7FB-DF37344B2B03}"/>
    <dgm:cxn modelId="{AA029F7A-9302-4E73-A991-CD4A765DD1BF}" type="presOf" srcId="{82B94C2D-F762-41C5-9898-9DB4E65CB9BD}" destId="{2CEA9355-855F-4CB6-B775-2F4D56D3A492}" srcOrd="0" destOrd="0" presId="urn:microsoft.com/office/officeart/2005/8/layout/vList2"/>
    <dgm:cxn modelId="{459D287F-267B-4E4C-AE65-548EE944CDE3}" type="presOf" srcId="{F47B912B-218A-4928-A9D0-94D15ABE8A99}" destId="{0555F68C-E6A6-4B89-BFFB-454BCD5F6BC5}" srcOrd="0" destOrd="0" presId="urn:microsoft.com/office/officeart/2005/8/layout/vList2"/>
    <dgm:cxn modelId="{07C93D92-6EF1-4ECD-9E81-24299B5B77FB}" srcId="{F2D25BD9-AF46-440B-AFB2-E59F0CB49B53}" destId="{82B94C2D-F762-41C5-9898-9DB4E65CB9BD}" srcOrd="2" destOrd="0" parTransId="{993580CE-9E5C-4CC0-8BAF-73A09A9905F4}" sibTransId="{2A6AD9DB-F3B7-4072-B43D-D67AB33D440A}"/>
    <dgm:cxn modelId="{0A7B93F3-12A6-42C6-8094-F30106B11BCB}" type="presOf" srcId="{F2D25BD9-AF46-440B-AFB2-E59F0CB49B53}" destId="{79B07716-25A9-40E1-9286-ED0D2FE33589}" srcOrd="0" destOrd="0" presId="urn:microsoft.com/office/officeart/2005/8/layout/vList2"/>
    <dgm:cxn modelId="{956046FA-2010-4EEE-BF2B-A6D92104040D}" type="presOf" srcId="{80106540-AEDD-4DAE-BD0B-A094885E94E9}" destId="{3AC59F93-2607-4BEC-A212-3DA71DCB8CEF}" srcOrd="0" destOrd="0" presId="urn:microsoft.com/office/officeart/2005/8/layout/vList2"/>
    <dgm:cxn modelId="{9D95498A-1E94-49DB-91E2-5E931E06DE55}" type="presParOf" srcId="{79B07716-25A9-40E1-9286-ED0D2FE33589}" destId="{0555F68C-E6A6-4B89-BFFB-454BCD5F6BC5}" srcOrd="0" destOrd="0" presId="urn:microsoft.com/office/officeart/2005/8/layout/vList2"/>
    <dgm:cxn modelId="{4E2F7CF7-CF2A-4EB8-AFA9-298A3D8D5CAC}" type="presParOf" srcId="{79B07716-25A9-40E1-9286-ED0D2FE33589}" destId="{0B781C35-4D78-4ECC-9413-4D9E39063650}" srcOrd="1" destOrd="0" presId="urn:microsoft.com/office/officeart/2005/8/layout/vList2"/>
    <dgm:cxn modelId="{2A9FB135-0A6C-4540-BCD8-321EC07C5B98}" type="presParOf" srcId="{79B07716-25A9-40E1-9286-ED0D2FE33589}" destId="{3AC59F93-2607-4BEC-A212-3DA71DCB8CEF}" srcOrd="2" destOrd="0" presId="urn:microsoft.com/office/officeart/2005/8/layout/vList2"/>
    <dgm:cxn modelId="{B58F435D-56EA-42D9-8BF5-E82AD272A990}" type="presParOf" srcId="{79B07716-25A9-40E1-9286-ED0D2FE33589}" destId="{A2E16C77-E2CA-45A3-A143-B8CA1A1A9A69}" srcOrd="3" destOrd="0" presId="urn:microsoft.com/office/officeart/2005/8/layout/vList2"/>
    <dgm:cxn modelId="{1B73F907-FF08-47A0-8599-62156BCFFCC8}" type="presParOf" srcId="{79B07716-25A9-40E1-9286-ED0D2FE33589}" destId="{2CEA9355-855F-4CB6-B775-2F4D56D3A492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B3B340AB-BDF9-4A03-A8B3-9426C97A4380}" type="doc">
      <dgm:prSet loTypeId="urn:microsoft.com/office/officeart/2008/layout/LinedList" loCatId="list" qsTypeId="urn:microsoft.com/office/officeart/2005/8/quickstyle/simple4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14C59616-1BCA-446C-93E4-CE3EA012F282}">
      <dgm:prSet/>
      <dgm:spPr/>
      <dgm:t>
        <a:bodyPr/>
        <a:lstStyle/>
        <a:p>
          <a:r>
            <a:rPr lang="en-US"/>
            <a:t>E fini ↔ bijection E ↔ {1,…,n} (Card E=n)</a:t>
          </a:r>
        </a:p>
      </dgm:t>
    </dgm:pt>
    <dgm:pt modelId="{6DD94EAF-3BBB-4F71-B778-50D8E18D16E6}" type="parTrans" cxnId="{A63601BE-64B3-4E4A-874E-2702D0BBBD3C}">
      <dgm:prSet/>
      <dgm:spPr/>
      <dgm:t>
        <a:bodyPr/>
        <a:lstStyle/>
        <a:p>
          <a:endParaRPr lang="en-US"/>
        </a:p>
      </dgm:t>
    </dgm:pt>
    <dgm:pt modelId="{879CD35D-6340-4300-B3C4-D28B5C6FD996}" type="sibTrans" cxnId="{A63601BE-64B3-4E4A-874E-2702D0BBBD3C}">
      <dgm:prSet/>
      <dgm:spPr/>
      <dgm:t>
        <a:bodyPr/>
        <a:lstStyle/>
        <a:p>
          <a:endParaRPr lang="en-US"/>
        </a:p>
      </dgm:t>
    </dgm:pt>
    <dgm:pt modelId="{4413C636-23C2-47DB-B1DF-4685FB1275CE}">
      <dgm:prSet/>
      <dgm:spPr/>
      <dgm:t>
        <a:bodyPr/>
        <a:lstStyle/>
        <a:p>
          <a:r>
            <a:rPr lang="en-US"/>
            <a:t>Injective ⇒ Card E ≤ Card F ; Surjective ⇒ Card E ≥ Card F</a:t>
          </a:r>
        </a:p>
      </dgm:t>
    </dgm:pt>
    <dgm:pt modelId="{6CF735C0-38DE-422C-8AA7-0312F6276668}" type="parTrans" cxnId="{52D957FB-2773-455A-BD12-C08F63EB4D79}">
      <dgm:prSet/>
      <dgm:spPr/>
      <dgm:t>
        <a:bodyPr/>
        <a:lstStyle/>
        <a:p>
          <a:endParaRPr lang="en-US"/>
        </a:p>
      </dgm:t>
    </dgm:pt>
    <dgm:pt modelId="{B6A1EC2C-FCC1-4FAC-BC2E-AC442C8F977A}" type="sibTrans" cxnId="{52D957FB-2773-455A-BD12-C08F63EB4D79}">
      <dgm:prSet/>
      <dgm:spPr/>
      <dgm:t>
        <a:bodyPr/>
        <a:lstStyle/>
        <a:p>
          <a:endParaRPr lang="en-US"/>
        </a:p>
      </dgm:t>
    </dgm:pt>
    <dgm:pt modelId="{73B16B49-EC91-471E-8605-B46A404E2652}">
      <dgm:prSet/>
      <dgm:spPr/>
      <dgm:t>
        <a:bodyPr/>
        <a:lstStyle/>
        <a:p>
          <a:r>
            <a:rPr lang="en-US"/>
            <a:t>Si Card E = Card F (finis) : Injective ⇔ Surjective ⇔ Bijective</a:t>
          </a:r>
        </a:p>
      </dgm:t>
    </dgm:pt>
    <dgm:pt modelId="{7F4C7B45-C9DE-475D-B26A-67645E5E573A}" type="parTrans" cxnId="{6D5D32F6-6F6C-4882-9772-AFED9ED9475A}">
      <dgm:prSet/>
      <dgm:spPr/>
      <dgm:t>
        <a:bodyPr/>
        <a:lstStyle/>
        <a:p>
          <a:endParaRPr lang="en-US"/>
        </a:p>
      </dgm:t>
    </dgm:pt>
    <dgm:pt modelId="{53EBE0FB-CB8E-4481-A97F-C500E0EEF0FE}" type="sibTrans" cxnId="{6D5D32F6-6F6C-4882-9772-AFED9ED9475A}">
      <dgm:prSet/>
      <dgm:spPr/>
      <dgm:t>
        <a:bodyPr/>
        <a:lstStyle/>
        <a:p>
          <a:endParaRPr lang="en-US"/>
        </a:p>
      </dgm:t>
    </dgm:pt>
    <dgm:pt modelId="{501B2CB9-8F57-4C86-B2C0-0E4974F313E3}" type="pres">
      <dgm:prSet presAssocID="{B3B340AB-BDF9-4A03-A8B3-9426C97A4380}" presName="vert0" presStyleCnt="0">
        <dgm:presLayoutVars>
          <dgm:dir/>
          <dgm:animOne val="branch"/>
          <dgm:animLvl val="lvl"/>
        </dgm:presLayoutVars>
      </dgm:prSet>
      <dgm:spPr/>
    </dgm:pt>
    <dgm:pt modelId="{FE6A8643-2AB6-4599-A91C-209BC76E455A}" type="pres">
      <dgm:prSet presAssocID="{14C59616-1BCA-446C-93E4-CE3EA012F282}" presName="thickLine" presStyleLbl="alignNode1" presStyleIdx="0" presStyleCnt="3"/>
      <dgm:spPr/>
    </dgm:pt>
    <dgm:pt modelId="{DE01DF56-D8CF-4AB8-BF71-BAFDF056AEAF}" type="pres">
      <dgm:prSet presAssocID="{14C59616-1BCA-446C-93E4-CE3EA012F282}" presName="horz1" presStyleCnt="0"/>
      <dgm:spPr/>
    </dgm:pt>
    <dgm:pt modelId="{60D4FE77-2CF4-49D6-9990-9573F2D0E22E}" type="pres">
      <dgm:prSet presAssocID="{14C59616-1BCA-446C-93E4-CE3EA012F282}" presName="tx1" presStyleLbl="revTx" presStyleIdx="0" presStyleCnt="3"/>
      <dgm:spPr/>
    </dgm:pt>
    <dgm:pt modelId="{EDC4FACF-5D43-4973-891D-4E9F836A0C28}" type="pres">
      <dgm:prSet presAssocID="{14C59616-1BCA-446C-93E4-CE3EA012F282}" presName="vert1" presStyleCnt="0"/>
      <dgm:spPr/>
    </dgm:pt>
    <dgm:pt modelId="{C291AC4B-9E86-4288-A016-2310FB7BF65F}" type="pres">
      <dgm:prSet presAssocID="{4413C636-23C2-47DB-B1DF-4685FB1275CE}" presName="thickLine" presStyleLbl="alignNode1" presStyleIdx="1" presStyleCnt="3"/>
      <dgm:spPr/>
    </dgm:pt>
    <dgm:pt modelId="{9169E569-9B81-4032-A532-76F51625F55E}" type="pres">
      <dgm:prSet presAssocID="{4413C636-23C2-47DB-B1DF-4685FB1275CE}" presName="horz1" presStyleCnt="0"/>
      <dgm:spPr/>
    </dgm:pt>
    <dgm:pt modelId="{EE11291D-3124-4C88-9A57-44840DBC082C}" type="pres">
      <dgm:prSet presAssocID="{4413C636-23C2-47DB-B1DF-4685FB1275CE}" presName="tx1" presStyleLbl="revTx" presStyleIdx="1" presStyleCnt="3"/>
      <dgm:spPr/>
    </dgm:pt>
    <dgm:pt modelId="{31AF3164-77B6-41B3-B5C9-F065ADBD660C}" type="pres">
      <dgm:prSet presAssocID="{4413C636-23C2-47DB-B1DF-4685FB1275CE}" presName="vert1" presStyleCnt="0"/>
      <dgm:spPr/>
    </dgm:pt>
    <dgm:pt modelId="{F840714A-667B-460E-88D0-BBB8EA1365C0}" type="pres">
      <dgm:prSet presAssocID="{73B16B49-EC91-471E-8605-B46A404E2652}" presName="thickLine" presStyleLbl="alignNode1" presStyleIdx="2" presStyleCnt="3"/>
      <dgm:spPr/>
    </dgm:pt>
    <dgm:pt modelId="{3AC4F79B-59A4-4C03-A107-3520F564E207}" type="pres">
      <dgm:prSet presAssocID="{73B16B49-EC91-471E-8605-B46A404E2652}" presName="horz1" presStyleCnt="0"/>
      <dgm:spPr/>
    </dgm:pt>
    <dgm:pt modelId="{E89D38F0-6362-46A4-9CC6-F5F85FE2F7E8}" type="pres">
      <dgm:prSet presAssocID="{73B16B49-EC91-471E-8605-B46A404E2652}" presName="tx1" presStyleLbl="revTx" presStyleIdx="2" presStyleCnt="3"/>
      <dgm:spPr/>
    </dgm:pt>
    <dgm:pt modelId="{D041C688-256B-45D2-A37F-7CB84DF4FBFB}" type="pres">
      <dgm:prSet presAssocID="{73B16B49-EC91-471E-8605-B46A404E2652}" presName="vert1" presStyleCnt="0"/>
      <dgm:spPr/>
    </dgm:pt>
  </dgm:ptLst>
  <dgm:cxnLst>
    <dgm:cxn modelId="{A0468248-9E64-4BF1-9836-A97853AEF1A4}" type="presOf" srcId="{4413C636-23C2-47DB-B1DF-4685FB1275CE}" destId="{EE11291D-3124-4C88-9A57-44840DBC082C}" srcOrd="0" destOrd="0" presId="urn:microsoft.com/office/officeart/2008/layout/LinedList"/>
    <dgm:cxn modelId="{50E57285-89A6-4EFD-9573-096F1341FDA5}" type="presOf" srcId="{B3B340AB-BDF9-4A03-A8B3-9426C97A4380}" destId="{501B2CB9-8F57-4C86-B2C0-0E4974F313E3}" srcOrd="0" destOrd="0" presId="urn:microsoft.com/office/officeart/2008/layout/LinedList"/>
    <dgm:cxn modelId="{854BC788-1D03-4A58-8D44-36FA91B14544}" type="presOf" srcId="{14C59616-1BCA-446C-93E4-CE3EA012F282}" destId="{60D4FE77-2CF4-49D6-9990-9573F2D0E22E}" srcOrd="0" destOrd="0" presId="urn:microsoft.com/office/officeart/2008/layout/LinedList"/>
    <dgm:cxn modelId="{A63601BE-64B3-4E4A-874E-2702D0BBBD3C}" srcId="{B3B340AB-BDF9-4A03-A8B3-9426C97A4380}" destId="{14C59616-1BCA-446C-93E4-CE3EA012F282}" srcOrd="0" destOrd="0" parTransId="{6DD94EAF-3BBB-4F71-B778-50D8E18D16E6}" sibTransId="{879CD35D-6340-4300-B3C4-D28B5C6FD996}"/>
    <dgm:cxn modelId="{1D2FA6D5-8EE8-41BF-8D16-BA13C50BD7D7}" type="presOf" srcId="{73B16B49-EC91-471E-8605-B46A404E2652}" destId="{E89D38F0-6362-46A4-9CC6-F5F85FE2F7E8}" srcOrd="0" destOrd="0" presId="urn:microsoft.com/office/officeart/2008/layout/LinedList"/>
    <dgm:cxn modelId="{6D5D32F6-6F6C-4882-9772-AFED9ED9475A}" srcId="{B3B340AB-BDF9-4A03-A8B3-9426C97A4380}" destId="{73B16B49-EC91-471E-8605-B46A404E2652}" srcOrd="2" destOrd="0" parTransId="{7F4C7B45-C9DE-475D-B26A-67645E5E573A}" sibTransId="{53EBE0FB-CB8E-4481-A97F-C500E0EEF0FE}"/>
    <dgm:cxn modelId="{52D957FB-2773-455A-BD12-C08F63EB4D79}" srcId="{B3B340AB-BDF9-4A03-A8B3-9426C97A4380}" destId="{4413C636-23C2-47DB-B1DF-4685FB1275CE}" srcOrd="1" destOrd="0" parTransId="{6CF735C0-38DE-422C-8AA7-0312F6276668}" sibTransId="{B6A1EC2C-FCC1-4FAC-BC2E-AC442C8F977A}"/>
    <dgm:cxn modelId="{951FB37B-E0E5-46B5-9843-B26E5299A38B}" type="presParOf" srcId="{501B2CB9-8F57-4C86-B2C0-0E4974F313E3}" destId="{FE6A8643-2AB6-4599-A91C-209BC76E455A}" srcOrd="0" destOrd="0" presId="urn:microsoft.com/office/officeart/2008/layout/LinedList"/>
    <dgm:cxn modelId="{A261521E-6DAC-4B5C-949D-60F142E0B7B3}" type="presParOf" srcId="{501B2CB9-8F57-4C86-B2C0-0E4974F313E3}" destId="{DE01DF56-D8CF-4AB8-BF71-BAFDF056AEAF}" srcOrd="1" destOrd="0" presId="urn:microsoft.com/office/officeart/2008/layout/LinedList"/>
    <dgm:cxn modelId="{783BB435-3DFD-4F25-BFE4-F29279B427AD}" type="presParOf" srcId="{DE01DF56-D8CF-4AB8-BF71-BAFDF056AEAF}" destId="{60D4FE77-2CF4-49D6-9990-9573F2D0E22E}" srcOrd="0" destOrd="0" presId="urn:microsoft.com/office/officeart/2008/layout/LinedList"/>
    <dgm:cxn modelId="{1C8FCA7D-7F8C-4AA5-B8CB-460C4BADCB81}" type="presParOf" srcId="{DE01DF56-D8CF-4AB8-BF71-BAFDF056AEAF}" destId="{EDC4FACF-5D43-4973-891D-4E9F836A0C28}" srcOrd="1" destOrd="0" presId="urn:microsoft.com/office/officeart/2008/layout/LinedList"/>
    <dgm:cxn modelId="{D46396CF-90A3-4352-AE8F-0238E55F59D1}" type="presParOf" srcId="{501B2CB9-8F57-4C86-B2C0-0E4974F313E3}" destId="{C291AC4B-9E86-4288-A016-2310FB7BF65F}" srcOrd="2" destOrd="0" presId="urn:microsoft.com/office/officeart/2008/layout/LinedList"/>
    <dgm:cxn modelId="{ED04D9BB-A965-4448-A982-898BABAE64C2}" type="presParOf" srcId="{501B2CB9-8F57-4C86-B2C0-0E4974F313E3}" destId="{9169E569-9B81-4032-A532-76F51625F55E}" srcOrd="3" destOrd="0" presId="urn:microsoft.com/office/officeart/2008/layout/LinedList"/>
    <dgm:cxn modelId="{F8304E0E-6AED-4393-B8E6-6F3125EC3FBB}" type="presParOf" srcId="{9169E569-9B81-4032-A532-76F51625F55E}" destId="{EE11291D-3124-4C88-9A57-44840DBC082C}" srcOrd="0" destOrd="0" presId="urn:microsoft.com/office/officeart/2008/layout/LinedList"/>
    <dgm:cxn modelId="{C56D9092-2BE3-4392-A1C7-A7434DB1EAE8}" type="presParOf" srcId="{9169E569-9B81-4032-A532-76F51625F55E}" destId="{31AF3164-77B6-41B3-B5C9-F065ADBD660C}" srcOrd="1" destOrd="0" presId="urn:microsoft.com/office/officeart/2008/layout/LinedList"/>
    <dgm:cxn modelId="{13B8B19E-F026-4E5D-8BE4-B122D8EFA5A9}" type="presParOf" srcId="{501B2CB9-8F57-4C86-B2C0-0E4974F313E3}" destId="{F840714A-667B-460E-88D0-BBB8EA1365C0}" srcOrd="4" destOrd="0" presId="urn:microsoft.com/office/officeart/2008/layout/LinedList"/>
    <dgm:cxn modelId="{8FD2B974-5B62-4ED3-8B15-97FB65B30B36}" type="presParOf" srcId="{501B2CB9-8F57-4C86-B2C0-0E4974F313E3}" destId="{3AC4F79B-59A4-4C03-A107-3520F564E207}" srcOrd="5" destOrd="0" presId="urn:microsoft.com/office/officeart/2008/layout/LinedList"/>
    <dgm:cxn modelId="{F1D40A10-0816-4EFD-8716-2D683B4051B6}" type="presParOf" srcId="{3AC4F79B-59A4-4C03-A107-3520F564E207}" destId="{E89D38F0-6362-46A4-9CC6-F5F85FE2F7E8}" srcOrd="0" destOrd="0" presId="urn:microsoft.com/office/officeart/2008/layout/LinedList"/>
    <dgm:cxn modelId="{15BAE62B-7553-47F1-817E-129D4B288F02}" type="presParOf" srcId="{3AC4F79B-59A4-4C03-A107-3520F564E207}" destId="{D041C688-256B-45D2-A37F-7CB84DF4FBFB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6AAD1747-C972-4355-9E3C-F32C0F74CD42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5CA17E22-FCF1-4F2E-9426-0C12E2435451}">
      <dgm:prSet/>
      <dgm:spPr/>
      <dgm:t>
        <a:bodyPr/>
        <a:lstStyle/>
        <a:p>
          <a:r>
            <a:rPr lang="en-US"/>
            <a:t>Si n&gt;k objets dans k tiroirs ⇒ au moins un tiroir a ≥2 objets</a:t>
          </a:r>
        </a:p>
      </dgm:t>
    </dgm:pt>
    <dgm:pt modelId="{5A34393B-2208-4396-8EE2-1A1087CBF83C}" type="parTrans" cxnId="{6E75EDFF-D141-4B8C-A2F9-91612CC5F62C}">
      <dgm:prSet/>
      <dgm:spPr/>
      <dgm:t>
        <a:bodyPr/>
        <a:lstStyle/>
        <a:p>
          <a:endParaRPr lang="en-US"/>
        </a:p>
      </dgm:t>
    </dgm:pt>
    <dgm:pt modelId="{175884C3-C751-4BD9-B554-F39BCDEA5E25}" type="sibTrans" cxnId="{6E75EDFF-D141-4B8C-A2F9-91612CC5F62C}">
      <dgm:prSet/>
      <dgm:spPr/>
      <dgm:t>
        <a:bodyPr/>
        <a:lstStyle/>
        <a:p>
          <a:endParaRPr lang="en-US"/>
        </a:p>
      </dgm:t>
    </dgm:pt>
    <dgm:pt modelId="{87524ED6-3B49-4EDC-A1E6-4DA502088EDC}">
      <dgm:prSet/>
      <dgm:spPr/>
      <dgm:t>
        <a:bodyPr/>
        <a:lstStyle/>
        <a:p>
          <a:r>
            <a:rPr lang="en-US"/>
            <a:t>Ex : 400 étudiants ⇒ deux mêmes anniversaires (jour)</a:t>
          </a:r>
        </a:p>
      </dgm:t>
    </dgm:pt>
    <dgm:pt modelId="{079D1998-7188-4E3A-96AD-3B8E5C6E9D0D}" type="parTrans" cxnId="{D001FFCD-A335-486A-90CD-D34ED5263ABC}">
      <dgm:prSet/>
      <dgm:spPr/>
      <dgm:t>
        <a:bodyPr/>
        <a:lstStyle/>
        <a:p>
          <a:endParaRPr lang="en-US"/>
        </a:p>
      </dgm:t>
    </dgm:pt>
    <dgm:pt modelId="{FFE3DCD4-C2CA-4D3F-AF9F-BA585E175B81}" type="sibTrans" cxnId="{D001FFCD-A335-486A-90CD-D34ED5263ABC}">
      <dgm:prSet/>
      <dgm:spPr/>
      <dgm:t>
        <a:bodyPr/>
        <a:lstStyle/>
        <a:p>
          <a:endParaRPr lang="en-US"/>
        </a:p>
      </dgm:t>
    </dgm:pt>
    <dgm:pt modelId="{12486FB4-F408-41A5-AF74-CA193474B169}" type="pres">
      <dgm:prSet presAssocID="{6AAD1747-C972-4355-9E3C-F32C0F74CD42}" presName="linear" presStyleCnt="0">
        <dgm:presLayoutVars>
          <dgm:animLvl val="lvl"/>
          <dgm:resizeHandles val="exact"/>
        </dgm:presLayoutVars>
      </dgm:prSet>
      <dgm:spPr/>
    </dgm:pt>
    <dgm:pt modelId="{C0CC33C5-BD38-484D-91F6-17E70D476701}" type="pres">
      <dgm:prSet presAssocID="{5CA17E22-FCF1-4F2E-9426-0C12E2435451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D4E49D62-0059-4D60-96ED-60643E72B1D3}" type="pres">
      <dgm:prSet presAssocID="{175884C3-C751-4BD9-B554-F39BCDEA5E25}" presName="spacer" presStyleCnt="0"/>
      <dgm:spPr/>
    </dgm:pt>
    <dgm:pt modelId="{7C9F53D1-7CC6-4670-9009-5087B98F7BC3}" type="pres">
      <dgm:prSet presAssocID="{87524ED6-3B49-4EDC-A1E6-4DA502088EDC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D5D204A2-47BC-4A04-8B56-578C670E0D25}" type="presOf" srcId="{87524ED6-3B49-4EDC-A1E6-4DA502088EDC}" destId="{7C9F53D1-7CC6-4670-9009-5087B98F7BC3}" srcOrd="0" destOrd="0" presId="urn:microsoft.com/office/officeart/2005/8/layout/vList2"/>
    <dgm:cxn modelId="{F51CBFAD-B1F7-44DE-8669-27A2084FFE03}" type="presOf" srcId="{6AAD1747-C972-4355-9E3C-F32C0F74CD42}" destId="{12486FB4-F408-41A5-AF74-CA193474B169}" srcOrd="0" destOrd="0" presId="urn:microsoft.com/office/officeart/2005/8/layout/vList2"/>
    <dgm:cxn modelId="{9116B6C7-9AB5-4D56-9FB3-F954ACBD55B0}" type="presOf" srcId="{5CA17E22-FCF1-4F2E-9426-0C12E2435451}" destId="{C0CC33C5-BD38-484D-91F6-17E70D476701}" srcOrd="0" destOrd="0" presId="urn:microsoft.com/office/officeart/2005/8/layout/vList2"/>
    <dgm:cxn modelId="{D001FFCD-A335-486A-90CD-D34ED5263ABC}" srcId="{6AAD1747-C972-4355-9E3C-F32C0F74CD42}" destId="{87524ED6-3B49-4EDC-A1E6-4DA502088EDC}" srcOrd="1" destOrd="0" parTransId="{079D1998-7188-4E3A-96AD-3B8E5C6E9D0D}" sibTransId="{FFE3DCD4-C2CA-4D3F-AF9F-BA585E175B81}"/>
    <dgm:cxn modelId="{6E75EDFF-D141-4B8C-A2F9-91612CC5F62C}" srcId="{6AAD1747-C972-4355-9E3C-F32C0F74CD42}" destId="{5CA17E22-FCF1-4F2E-9426-0C12E2435451}" srcOrd="0" destOrd="0" parTransId="{5A34393B-2208-4396-8EE2-1A1087CBF83C}" sibTransId="{175884C3-C751-4BD9-B554-F39BCDEA5E25}"/>
    <dgm:cxn modelId="{A8ABDA0A-7C7A-4991-BC7F-F51E4FB7065D}" type="presParOf" srcId="{12486FB4-F408-41A5-AF74-CA193474B169}" destId="{C0CC33C5-BD38-484D-91F6-17E70D476701}" srcOrd="0" destOrd="0" presId="urn:microsoft.com/office/officeart/2005/8/layout/vList2"/>
    <dgm:cxn modelId="{B2B2D17C-50D4-4374-8B28-8C7F51D3EBE5}" type="presParOf" srcId="{12486FB4-F408-41A5-AF74-CA193474B169}" destId="{D4E49D62-0059-4D60-96ED-60643E72B1D3}" srcOrd="1" destOrd="0" presId="urn:microsoft.com/office/officeart/2005/8/layout/vList2"/>
    <dgm:cxn modelId="{D28A9EF2-EF5F-44C3-8862-0AC3FBE981F9}" type="presParOf" srcId="{12486FB4-F408-41A5-AF74-CA193474B169}" destId="{7C9F53D1-7CC6-4670-9009-5087B98F7BC3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6C221013-534E-40CD-9E83-45E12CD622F1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9D84742A-B47E-4F73-A46B-AB5745BE44D9}">
      <dgm:prSet/>
      <dgm:spPr/>
      <dgm:t>
        <a:bodyPr/>
        <a:lstStyle/>
        <a:p>
          <a:r>
            <a:rPr lang="en-US"/>
            <a:t>Card E=n, Card F=p</a:t>
          </a:r>
        </a:p>
      </dgm:t>
    </dgm:pt>
    <dgm:pt modelId="{4CC30378-C7F9-40D2-A8B3-62AB07079E7A}" type="parTrans" cxnId="{6AAACBF2-1942-4587-B7BD-0FD8BC21C080}">
      <dgm:prSet/>
      <dgm:spPr/>
      <dgm:t>
        <a:bodyPr/>
        <a:lstStyle/>
        <a:p>
          <a:endParaRPr lang="en-US"/>
        </a:p>
      </dgm:t>
    </dgm:pt>
    <dgm:pt modelId="{5A472669-B466-4EFD-A3CE-31A51DDE33EA}" type="sibTrans" cxnId="{6AAACBF2-1942-4587-B7BD-0FD8BC21C080}">
      <dgm:prSet/>
      <dgm:spPr/>
      <dgm:t>
        <a:bodyPr/>
        <a:lstStyle/>
        <a:p>
          <a:endParaRPr lang="en-US"/>
        </a:p>
      </dgm:t>
    </dgm:pt>
    <dgm:pt modelId="{BDA441C4-7C2A-4E4F-862A-CC65E09CD4F1}">
      <dgm:prSet/>
      <dgm:spPr/>
      <dgm:t>
        <a:bodyPr/>
        <a:lstStyle/>
        <a:p>
          <a:r>
            <a:rPr lang="en-US"/>
            <a:t>Applications E→F : p^n ; Injections : p·(p−1)…(p−n+1) ; Bijections E→E : n!</a:t>
          </a:r>
        </a:p>
      </dgm:t>
    </dgm:pt>
    <dgm:pt modelId="{D2E0FA2C-BB8C-4EA1-B609-EB7CE7E74331}" type="parTrans" cxnId="{717DDC69-E378-4CD6-85FA-2749A9D51FBB}">
      <dgm:prSet/>
      <dgm:spPr/>
      <dgm:t>
        <a:bodyPr/>
        <a:lstStyle/>
        <a:p>
          <a:endParaRPr lang="en-US"/>
        </a:p>
      </dgm:t>
    </dgm:pt>
    <dgm:pt modelId="{BE60919C-B770-4D14-9D47-B19EB8F631DD}" type="sibTrans" cxnId="{717DDC69-E378-4CD6-85FA-2749A9D51FBB}">
      <dgm:prSet/>
      <dgm:spPr/>
      <dgm:t>
        <a:bodyPr/>
        <a:lstStyle/>
        <a:p>
          <a:endParaRPr lang="en-US"/>
        </a:p>
      </dgm:t>
    </dgm:pt>
    <dgm:pt modelId="{B9A894A7-72AD-4C5F-A344-E84E0E8B27D8}" type="pres">
      <dgm:prSet presAssocID="{6C221013-534E-40CD-9E83-45E12CD622F1}" presName="linear" presStyleCnt="0">
        <dgm:presLayoutVars>
          <dgm:animLvl val="lvl"/>
          <dgm:resizeHandles val="exact"/>
        </dgm:presLayoutVars>
      </dgm:prSet>
      <dgm:spPr/>
    </dgm:pt>
    <dgm:pt modelId="{F223FFD2-EB01-4635-9A98-5CC5B835FB69}" type="pres">
      <dgm:prSet presAssocID="{9D84742A-B47E-4F73-A46B-AB5745BE44D9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E167F60E-04ED-4E88-B5B7-4012F00CA2E5}" type="pres">
      <dgm:prSet presAssocID="{5A472669-B466-4EFD-A3CE-31A51DDE33EA}" presName="spacer" presStyleCnt="0"/>
      <dgm:spPr/>
    </dgm:pt>
    <dgm:pt modelId="{C09C6120-C102-47F8-B8F1-BA8D023AC760}" type="pres">
      <dgm:prSet presAssocID="{BDA441C4-7C2A-4E4F-862A-CC65E09CD4F1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10AC8611-DE9D-4ED6-8B39-B5ECF941BCAA}" type="presOf" srcId="{9D84742A-B47E-4F73-A46B-AB5745BE44D9}" destId="{F223FFD2-EB01-4635-9A98-5CC5B835FB69}" srcOrd="0" destOrd="0" presId="urn:microsoft.com/office/officeart/2005/8/layout/vList2"/>
    <dgm:cxn modelId="{717DDC69-E378-4CD6-85FA-2749A9D51FBB}" srcId="{6C221013-534E-40CD-9E83-45E12CD622F1}" destId="{BDA441C4-7C2A-4E4F-862A-CC65E09CD4F1}" srcOrd="1" destOrd="0" parTransId="{D2E0FA2C-BB8C-4EA1-B609-EB7CE7E74331}" sibTransId="{BE60919C-B770-4D14-9D47-B19EB8F631DD}"/>
    <dgm:cxn modelId="{242A494A-A67F-40A6-9AD8-21B13F1BBDB4}" type="presOf" srcId="{BDA441C4-7C2A-4E4F-862A-CC65E09CD4F1}" destId="{C09C6120-C102-47F8-B8F1-BA8D023AC760}" srcOrd="0" destOrd="0" presId="urn:microsoft.com/office/officeart/2005/8/layout/vList2"/>
    <dgm:cxn modelId="{1171D89E-5205-4D06-BE52-1E9CD1A1F4FD}" type="presOf" srcId="{6C221013-534E-40CD-9E83-45E12CD622F1}" destId="{B9A894A7-72AD-4C5F-A344-E84E0E8B27D8}" srcOrd="0" destOrd="0" presId="urn:microsoft.com/office/officeart/2005/8/layout/vList2"/>
    <dgm:cxn modelId="{6AAACBF2-1942-4587-B7BD-0FD8BC21C080}" srcId="{6C221013-534E-40CD-9E83-45E12CD622F1}" destId="{9D84742A-B47E-4F73-A46B-AB5745BE44D9}" srcOrd="0" destOrd="0" parTransId="{4CC30378-C7F9-40D2-A8B3-62AB07079E7A}" sibTransId="{5A472669-B466-4EFD-A3CE-31A51DDE33EA}"/>
    <dgm:cxn modelId="{7BA48DFB-262D-4CE1-9AC4-16B7DEF36E2F}" type="presParOf" srcId="{B9A894A7-72AD-4C5F-A344-E84E0E8B27D8}" destId="{F223FFD2-EB01-4635-9A98-5CC5B835FB69}" srcOrd="0" destOrd="0" presId="urn:microsoft.com/office/officeart/2005/8/layout/vList2"/>
    <dgm:cxn modelId="{553564D5-E07F-4D84-AD7D-7F2BB28F3BF6}" type="presParOf" srcId="{B9A894A7-72AD-4C5F-A344-E84E0E8B27D8}" destId="{E167F60E-04ED-4E88-B5B7-4012F00CA2E5}" srcOrd="1" destOrd="0" presId="urn:microsoft.com/office/officeart/2005/8/layout/vList2"/>
    <dgm:cxn modelId="{FBC2DD4F-8027-4EE3-9C39-1E95A30D15C4}" type="presParOf" srcId="{B9A894A7-72AD-4C5F-A344-E84E0E8B27D8}" destId="{C09C6120-C102-47F8-B8F1-BA8D023AC760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EA5F0428-4EF5-4929-B9C3-B1DC09FDFC88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0BDFC65B-8570-4B93-AA3E-B98DC47C07DD}">
      <dgm:prSet/>
      <dgm:spPr/>
      <dgm:t>
        <a:bodyPr/>
        <a:lstStyle/>
        <a:p>
          <a:r>
            <a:rPr lang="en-US"/>
            <a:t>Card P(E) = 2^n (nb de sous‑ensembles)</a:t>
          </a:r>
        </a:p>
      </dgm:t>
    </dgm:pt>
    <dgm:pt modelId="{09F03068-7C4B-4CC1-B37A-E1B20B9632FC}" type="parTrans" cxnId="{7CC338D7-766D-464C-9EEB-43696D7368A4}">
      <dgm:prSet/>
      <dgm:spPr/>
      <dgm:t>
        <a:bodyPr/>
        <a:lstStyle/>
        <a:p>
          <a:endParaRPr lang="en-US"/>
        </a:p>
      </dgm:t>
    </dgm:pt>
    <dgm:pt modelId="{92C2C32A-FDF1-42B2-B952-8D42AFC7A742}" type="sibTrans" cxnId="{7CC338D7-766D-464C-9EEB-43696D7368A4}">
      <dgm:prSet/>
      <dgm:spPr/>
      <dgm:t>
        <a:bodyPr/>
        <a:lstStyle/>
        <a:p>
          <a:endParaRPr lang="en-US"/>
        </a:p>
      </dgm:t>
    </dgm:pt>
    <dgm:pt modelId="{B6F2A6F0-2994-477B-8C5C-3B9F40A669F9}">
      <dgm:prSet/>
      <dgm:spPr/>
      <dgm:t>
        <a:bodyPr/>
        <a:lstStyle/>
        <a:p>
          <a:r>
            <a:rPr lang="en-US"/>
            <a:t>Nb de parties à k éléments : C(n,k)=n!/(k!(n−k)!)</a:t>
          </a:r>
        </a:p>
      </dgm:t>
    </dgm:pt>
    <dgm:pt modelId="{792C7F02-02BA-427B-9A8A-008DF6415B50}" type="parTrans" cxnId="{C873CDCB-3440-4E94-AAE4-FA835C044C22}">
      <dgm:prSet/>
      <dgm:spPr/>
      <dgm:t>
        <a:bodyPr/>
        <a:lstStyle/>
        <a:p>
          <a:endParaRPr lang="en-US"/>
        </a:p>
      </dgm:t>
    </dgm:pt>
    <dgm:pt modelId="{693150B7-AAF2-46A6-9F28-E6F16E1D9896}" type="sibTrans" cxnId="{C873CDCB-3440-4E94-AAE4-FA835C044C22}">
      <dgm:prSet/>
      <dgm:spPr/>
      <dgm:t>
        <a:bodyPr/>
        <a:lstStyle/>
        <a:p>
          <a:endParaRPr lang="en-US"/>
        </a:p>
      </dgm:t>
    </dgm:pt>
    <dgm:pt modelId="{A3B695ED-A7F6-4700-BD5A-8EFF635EB1D6}">
      <dgm:prSet/>
      <dgm:spPr/>
      <dgm:t>
        <a:bodyPr/>
        <a:lstStyle/>
        <a:p>
          <a:r>
            <a:rPr lang="en-US"/>
            <a:t>Identités : C(n,k)=C(n,n−k) ; Σ_k C(n,k)=2^n ; C(n,k)=C(n−1,k)+C(n−1,k−1)</a:t>
          </a:r>
        </a:p>
      </dgm:t>
    </dgm:pt>
    <dgm:pt modelId="{74DF279B-8B31-4369-B916-2136AD41D456}" type="parTrans" cxnId="{08023A5A-8F9D-429E-9713-01427D7950BC}">
      <dgm:prSet/>
      <dgm:spPr/>
      <dgm:t>
        <a:bodyPr/>
        <a:lstStyle/>
        <a:p>
          <a:endParaRPr lang="en-US"/>
        </a:p>
      </dgm:t>
    </dgm:pt>
    <dgm:pt modelId="{612E9B20-A916-40C7-AA4D-E329720D5586}" type="sibTrans" cxnId="{08023A5A-8F9D-429E-9713-01427D7950BC}">
      <dgm:prSet/>
      <dgm:spPr/>
      <dgm:t>
        <a:bodyPr/>
        <a:lstStyle/>
        <a:p>
          <a:endParaRPr lang="en-US"/>
        </a:p>
      </dgm:t>
    </dgm:pt>
    <dgm:pt modelId="{D654E396-139F-4C0C-8564-04800BED4D47}" type="pres">
      <dgm:prSet presAssocID="{EA5F0428-4EF5-4929-B9C3-B1DC09FDFC88}" presName="linear" presStyleCnt="0">
        <dgm:presLayoutVars>
          <dgm:animLvl val="lvl"/>
          <dgm:resizeHandles val="exact"/>
        </dgm:presLayoutVars>
      </dgm:prSet>
      <dgm:spPr/>
    </dgm:pt>
    <dgm:pt modelId="{54DAFB30-9C8D-4B63-9143-AA3833AA815A}" type="pres">
      <dgm:prSet presAssocID="{0BDFC65B-8570-4B93-AA3E-B98DC47C07DD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22595F0B-D40F-426B-A8C0-CA6542D85266}" type="pres">
      <dgm:prSet presAssocID="{92C2C32A-FDF1-42B2-B952-8D42AFC7A742}" presName="spacer" presStyleCnt="0"/>
      <dgm:spPr/>
    </dgm:pt>
    <dgm:pt modelId="{CF6D228F-4BAB-44E4-B6A2-1BAE71BD9CDE}" type="pres">
      <dgm:prSet presAssocID="{B6F2A6F0-2994-477B-8C5C-3B9F40A669F9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E0CDE64B-66CE-40A5-9FCE-055A4F6FBC8A}" type="pres">
      <dgm:prSet presAssocID="{693150B7-AAF2-46A6-9F28-E6F16E1D9896}" presName="spacer" presStyleCnt="0"/>
      <dgm:spPr/>
    </dgm:pt>
    <dgm:pt modelId="{C8EBDCF5-3F3D-45D6-8F8F-3E31FBAFD858}" type="pres">
      <dgm:prSet presAssocID="{A3B695ED-A7F6-4700-BD5A-8EFF635EB1D6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7CF23113-6D7E-4953-9AF9-3750A4A09C90}" type="presOf" srcId="{0BDFC65B-8570-4B93-AA3E-B98DC47C07DD}" destId="{54DAFB30-9C8D-4B63-9143-AA3833AA815A}" srcOrd="0" destOrd="0" presId="urn:microsoft.com/office/officeart/2005/8/layout/vList2"/>
    <dgm:cxn modelId="{FB3D7E29-EE34-4E1F-B91E-DE8FAF918680}" type="presOf" srcId="{EA5F0428-4EF5-4929-B9C3-B1DC09FDFC88}" destId="{D654E396-139F-4C0C-8564-04800BED4D47}" srcOrd="0" destOrd="0" presId="urn:microsoft.com/office/officeart/2005/8/layout/vList2"/>
    <dgm:cxn modelId="{B5F4D972-0C13-4F1B-85BD-48DE20A42D7D}" type="presOf" srcId="{A3B695ED-A7F6-4700-BD5A-8EFF635EB1D6}" destId="{C8EBDCF5-3F3D-45D6-8F8F-3E31FBAFD858}" srcOrd="0" destOrd="0" presId="urn:microsoft.com/office/officeart/2005/8/layout/vList2"/>
    <dgm:cxn modelId="{08023A5A-8F9D-429E-9713-01427D7950BC}" srcId="{EA5F0428-4EF5-4929-B9C3-B1DC09FDFC88}" destId="{A3B695ED-A7F6-4700-BD5A-8EFF635EB1D6}" srcOrd="2" destOrd="0" parTransId="{74DF279B-8B31-4369-B916-2136AD41D456}" sibTransId="{612E9B20-A916-40C7-AA4D-E329720D5586}"/>
    <dgm:cxn modelId="{35B8C6A6-476F-4F93-8EAB-269BDE68F66D}" type="presOf" srcId="{B6F2A6F0-2994-477B-8C5C-3B9F40A669F9}" destId="{CF6D228F-4BAB-44E4-B6A2-1BAE71BD9CDE}" srcOrd="0" destOrd="0" presId="urn:microsoft.com/office/officeart/2005/8/layout/vList2"/>
    <dgm:cxn modelId="{C873CDCB-3440-4E94-AAE4-FA835C044C22}" srcId="{EA5F0428-4EF5-4929-B9C3-B1DC09FDFC88}" destId="{B6F2A6F0-2994-477B-8C5C-3B9F40A669F9}" srcOrd="1" destOrd="0" parTransId="{792C7F02-02BA-427B-9A8A-008DF6415B50}" sibTransId="{693150B7-AAF2-46A6-9F28-E6F16E1D9896}"/>
    <dgm:cxn modelId="{7CC338D7-766D-464C-9EEB-43696D7368A4}" srcId="{EA5F0428-4EF5-4929-B9C3-B1DC09FDFC88}" destId="{0BDFC65B-8570-4B93-AA3E-B98DC47C07DD}" srcOrd="0" destOrd="0" parTransId="{09F03068-7C4B-4CC1-B37A-E1B20B9632FC}" sibTransId="{92C2C32A-FDF1-42B2-B952-8D42AFC7A742}"/>
    <dgm:cxn modelId="{4D1BF2D7-652F-42A3-A8D8-ED31E1A4ADDC}" type="presParOf" srcId="{D654E396-139F-4C0C-8564-04800BED4D47}" destId="{54DAFB30-9C8D-4B63-9143-AA3833AA815A}" srcOrd="0" destOrd="0" presId="urn:microsoft.com/office/officeart/2005/8/layout/vList2"/>
    <dgm:cxn modelId="{3F18F072-4E12-4AA1-9C85-A05B95039AF1}" type="presParOf" srcId="{D654E396-139F-4C0C-8564-04800BED4D47}" destId="{22595F0B-D40F-426B-A8C0-CA6542D85266}" srcOrd="1" destOrd="0" presId="urn:microsoft.com/office/officeart/2005/8/layout/vList2"/>
    <dgm:cxn modelId="{48A79B8D-BDCD-4669-9429-E8C58035079A}" type="presParOf" srcId="{D654E396-139F-4C0C-8564-04800BED4D47}" destId="{CF6D228F-4BAB-44E4-B6A2-1BAE71BD9CDE}" srcOrd="2" destOrd="0" presId="urn:microsoft.com/office/officeart/2005/8/layout/vList2"/>
    <dgm:cxn modelId="{2DB60E94-1F43-4311-8ECA-356A3EE09690}" type="presParOf" srcId="{D654E396-139F-4C0C-8564-04800BED4D47}" destId="{E0CDE64B-66CE-40A5-9FCE-055A4F6FBC8A}" srcOrd="3" destOrd="0" presId="urn:microsoft.com/office/officeart/2005/8/layout/vList2"/>
    <dgm:cxn modelId="{EBEB2B8D-1507-4E9F-8361-4B60D733AD05}" type="presParOf" srcId="{D654E396-139F-4C0C-8564-04800BED4D47}" destId="{C8EBDCF5-3F3D-45D6-8F8F-3E31FBAFD858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C5BB0380-9387-4D16-9DBD-F7D3DEF978AB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A67B90F2-EBAC-4E44-B347-BB783897B780}">
      <dgm:prSet/>
      <dgm:spPr/>
      <dgm:t>
        <a:bodyPr/>
        <a:lstStyle/>
        <a:p>
          <a:r>
            <a:rPr lang="en-US"/>
            <a:t>(a+b)^n = Σ_{k=0..n} C(n,k) a^{n−k} b^k</a:t>
          </a:r>
        </a:p>
      </dgm:t>
    </dgm:pt>
    <dgm:pt modelId="{F6A394F8-4EB5-46FA-A07B-C8A86778A87C}" type="parTrans" cxnId="{A3A35EC9-1CAD-48E8-ADA2-362EF663B42E}">
      <dgm:prSet/>
      <dgm:spPr/>
      <dgm:t>
        <a:bodyPr/>
        <a:lstStyle/>
        <a:p>
          <a:endParaRPr lang="en-US"/>
        </a:p>
      </dgm:t>
    </dgm:pt>
    <dgm:pt modelId="{53745156-33FC-47FC-9C64-789599C154A8}" type="sibTrans" cxnId="{A3A35EC9-1CAD-48E8-ADA2-362EF663B42E}">
      <dgm:prSet/>
      <dgm:spPr/>
      <dgm:t>
        <a:bodyPr/>
        <a:lstStyle/>
        <a:p>
          <a:endParaRPr lang="en-US"/>
        </a:p>
      </dgm:t>
    </dgm:pt>
    <dgm:pt modelId="{9B0460CE-2262-44B2-BDE6-7E399238ED53}">
      <dgm:prSet/>
      <dgm:spPr/>
      <dgm:t>
        <a:bodyPr/>
        <a:lstStyle/>
        <a:p>
          <a:r>
            <a:rPr lang="en-US"/>
            <a:t>Ex : (a+b)^2=a^2+2ab+b^2 ; (a+b)^3=a^3+3a^2b+3ab^2+b^3</a:t>
          </a:r>
        </a:p>
      </dgm:t>
    </dgm:pt>
    <dgm:pt modelId="{BA9EA8B6-26F7-4223-B159-2E519CBFF805}" type="parTrans" cxnId="{9B1F53F1-D4B2-4B57-BEA5-B019A28E3BEF}">
      <dgm:prSet/>
      <dgm:spPr/>
      <dgm:t>
        <a:bodyPr/>
        <a:lstStyle/>
        <a:p>
          <a:endParaRPr lang="en-US"/>
        </a:p>
      </dgm:t>
    </dgm:pt>
    <dgm:pt modelId="{BCE2D9F5-28F3-4F4D-BAE8-280E93C60D22}" type="sibTrans" cxnId="{9B1F53F1-D4B2-4B57-BEA5-B019A28E3BEF}">
      <dgm:prSet/>
      <dgm:spPr/>
      <dgm:t>
        <a:bodyPr/>
        <a:lstStyle/>
        <a:p>
          <a:endParaRPr lang="en-US"/>
        </a:p>
      </dgm:t>
    </dgm:pt>
    <dgm:pt modelId="{014A3184-1D36-4843-90C5-52F13918371F}" type="pres">
      <dgm:prSet presAssocID="{C5BB0380-9387-4D16-9DBD-F7D3DEF978AB}" presName="linear" presStyleCnt="0">
        <dgm:presLayoutVars>
          <dgm:animLvl val="lvl"/>
          <dgm:resizeHandles val="exact"/>
        </dgm:presLayoutVars>
      </dgm:prSet>
      <dgm:spPr/>
    </dgm:pt>
    <dgm:pt modelId="{2CF7C8C5-3329-470E-9FAA-85BA2E5622EC}" type="pres">
      <dgm:prSet presAssocID="{A67B90F2-EBAC-4E44-B347-BB783897B780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213122CC-E105-46C7-A6F7-BA5FF1705A50}" type="pres">
      <dgm:prSet presAssocID="{53745156-33FC-47FC-9C64-789599C154A8}" presName="spacer" presStyleCnt="0"/>
      <dgm:spPr/>
    </dgm:pt>
    <dgm:pt modelId="{91294F1B-8F66-48AC-A22E-91836EFB874C}" type="pres">
      <dgm:prSet presAssocID="{9B0460CE-2262-44B2-BDE6-7E399238ED53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3E859163-FC4B-4E36-96AD-FD14F2D11B19}" type="presOf" srcId="{C5BB0380-9387-4D16-9DBD-F7D3DEF978AB}" destId="{014A3184-1D36-4843-90C5-52F13918371F}" srcOrd="0" destOrd="0" presId="urn:microsoft.com/office/officeart/2005/8/layout/vList2"/>
    <dgm:cxn modelId="{36D2CE94-7B16-4B2A-BF13-9777E4171919}" type="presOf" srcId="{9B0460CE-2262-44B2-BDE6-7E399238ED53}" destId="{91294F1B-8F66-48AC-A22E-91836EFB874C}" srcOrd="0" destOrd="0" presId="urn:microsoft.com/office/officeart/2005/8/layout/vList2"/>
    <dgm:cxn modelId="{A3A35EC9-1CAD-48E8-ADA2-362EF663B42E}" srcId="{C5BB0380-9387-4D16-9DBD-F7D3DEF978AB}" destId="{A67B90F2-EBAC-4E44-B347-BB783897B780}" srcOrd="0" destOrd="0" parTransId="{F6A394F8-4EB5-46FA-A07B-C8A86778A87C}" sibTransId="{53745156-33FC-47FC-9C64-789599C154A8}"/>
    <dgm:cxn modelId="{360F44EF-0064-4D5C-BA77-E212E631CF91}" type="presOf" srcId="{A67B90F2-EBAC-4E44-B347-BB783897B780}" destId="{2CF7C8C5-3329-470E-9FAA-85BA2E5622EC}" srcOrd="0" destOrd="0" presId="urn:microsoft.com/office/officeart/2005/8/layout/vList2"/>
    <dgm:cxn modelId="{9B1F53F1-D4B2-4B57-BEA5-B019A28E3BEF}" srcId="{C5BB0380-9387-4D16-9DBD-F7D3DEF978AB}" destId="{9B0460CE-2262-44B2-BDE6-7E399238ED53}" srcOrd="1" destOrd="0" parTransId="{BA9EA8B6-26F7-4223-B159-2E519CBFF805}" sibTransId="{BCE2D9F5-28F3-4F4D-BAE8-280E93C60D22}"/>
    <dgm:cxn modelId="{92DDAD91-CD7E-475D-BC8A-57F628BDAEC9}" type="presParOf" srcId="{014A3184-1D36-4843-90C5-52F13918371F}" destId="{2CF7C8C5-3329-470E-9FAA-85BA2E5622EC}" srcOrd="0" destOrd="0" presId="urn:microsoft.com/office/officeart/2005/8/layout/vList2"/>
    <dgm:cxn modelId="{412F7ECC-38FE-43CE-B086-4A7784EF51CD}" type="presParOf" srcId="{014A3184-1D36-4843-90C5-52F13918371F}" destId="{213122CC-E105-46C7-A6F7-BA5FF1705A50}" srcOrd="1" destOrd="0" presId="urn:microsoft.com/office/officeart/2005/8/layout/vList2"/>
    <dgm:cxn modelId="{B711CBFE-EE9E-458D-B1E5-5E36C5040BE4}" type="presParOf" srcId="{014A3184-1D36-4843-90C5-52F13918371F}" destId="{91294F1B-8F66-48AC-A22E-91836EFB874C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3A928211-4820-4137-A3E9-AC495B90C2C1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B29578E2-35B1-49B6-B976-BFB5E44BF016}">
      <dgm:prSet/>
      <dgm:spPr/>
      <dgm:t>
        <a:bodyPr/>
        <a:lstStyle/>
        <a:p>
          <a:r>
            <a:rPr lang="en-US"/>
            <a:t>Relation sur E : Vrai/Faux pour chaque (x,y)∈E×E</a:t>
          </a:r>
        </a:p>
      </dgm:t>
    </dgm:pt>
    <dgm:pt modelId="{45778443-BABB-4F74-B2FF-6E255BACEB36}" type="parTrans" cxnId="{179622F8-DAF2-4FE5-A44E-8CE8A6549525}">
      <dgm:prSet/>
      <dgm:spPr/>
      <dgm:t>
        <a:bodyPr/>
        <a:lstStyle/>
        <a:p>
          <a:endParaRPr lang="en-US"/>
        </a:p>
      </dgm:t>
    </dgm:pt>
    <dgm:pt modelId="{363FE5F8-1E5F-447A-9F60-88B62673D36A}" type="sibTrans" cxnId="{179622F8-DAF2-4FE5-A44E-8CE8A6549525}">
      <dgm:prSet/>
      <dgm:spPr/>
      <dgm:t>
        <a:bodyPr/>
        <a:lstStyle/>
        <a:p>
          <a:endParaRPr lang="en-US"/>
        </a:p>
      </dgm:t>
    </dgm:pt>
    <dgm:pt modelId="{EFA7CA65-B315-47D1-9DD5-9AAEE9BFA9C4}">
      <dgm:prSet/>
      <dgm:spPr/>
      <dgm:t>
        <a:bodyPr/>
        <a:lstStyle/>
        <a:p>
          <a:r>
            <a:rPr lang="en-US"/>
            <a:t>Équivalence : réflexive ; symétrique ; transitive</a:t>
          </a:r>
        </a:p>
      </dgm:t>
    </dgm:pt>
    <dgm:pt modelId="{C2F4297D-E9DF-4550-B5E6-34BC1C0BB0D3}" type="parTrans" cxnId="{E2E0DCF8-B292-462F-A054-F7DE234C33AC}">
      <dgm:prSet/>
      <dgm:spPr/>
      <dgm:t>
        <a:bodyPr/>
        <a:lstStyle/>
        <a:p>
          <a:endParaRPr lang="en-US"/>
        </a:p>
      </dgm:t>
    </dgm:pt>
    <dgm:pt modelId="{65C0BE79-7F87-45BE-BBA0-8615B5FDCB69}" type="sibTrans" cxnId="{E2E0DCF8-B292-462F-A054-F7DE234C33AC}">
      <dgm:prSet/>
      <dgm:spPr/>
      <dgm:t>
        <a:bodyPr/>
        <a:lstStyle/>
        <a:p>
          <a:endParaRPr lang="en-US"/>
        </a:p>
      </dgm:t>
    </dgm:pt>
    <dgm:pt modelId="{76348A22-A6C6-4B5E-A051-A64A88D260FA}">
      <dgm:prSet/>
      <dgm:spPr/>
      <dgm:t>
        <a:bodyPr/>
        <a:lstStyle/>
        <a:p>
          <a:r>
            <a:rPr lang="en-US"/>
            <a:t>Classes d’équivalence cl(x) ; partition de E</a:t>
          </a:r>
        </a:p>
      </dgm:t>
    </dgm:pt>
    <dgm:pt modelId="{B8539437-2445-4519-A57F-18A448E5F1B0}" type="parTrans" cxnId="{2C98B238-EE84-442E-8CD4-9E923FC8610F}">
      <dgm:prSet/>
      <dgm:spPr/>
      <dgm:t>
        <a:bodyPr/>
        <a:lstStyle/>
        <a:p>
          <a:endParaRPr lang="en-US"/>
        </a:p>
      </dgm:t>
    </dgm:pt>
    <dgm:pt modelId="{2466B77A-E880-4ED9-A796-F6F54C169E1A}" type="sibTrans" cxnId="{2C98B238-EE84-442E-8CD4-9E923FC8610F}">
      <dgm:prSet/>
      <dgm:spPr/>
      <dgm:t>
        <a:bodyPr/>
        <a:lstStyle/>
        <a:p>
          <a:endParaRPr lang="en-US"/>
        </a:p>
      </dgm:t>
    </dgm:pt>
    <dgm:pt modelId="{DA2168DE-CF74-47DB-843B-D9D96CC65839}" type="pres">
      <dgm:prSet presAssocID="{3A928211-4820-4137-A3E9-AC495B90C2C1}" presName="linear" presStyleCnt="0">
        <dgm:presLayoutVars>
          <dgm:animLvl val="lvl"/>
          <dgm:resizeHandles val="exact"/>
        </dgm:presLayoutVars>
      </dgm:prSet>
      <dgm:spPr/>
    </dgm:pt>
    <dgm:pt modelId="{F48CA8E5-BFAB-458B-8814-43AB8DD4AF5D}" type="pres">
      <dgm:prSet presAssocID="{B29578E2-35B1-49B6-B976-BFB5E44BF016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7DEC2BFB-A437-460F-84E8-0BC18F25FB59}" type="pres">
      <dgm:prSet presAssocID="{363FE5F8-1E5F-447A-9F60-88B62673D36A}" presName="spacer" presStyleCnt="0"/>
      <dgm:spPr/>
    </dgm:pt>
    <dgm:pt modelId="{C32E1668-7899-4BD7-94FA-59C7C786D9EB}" type="pres">
      <dgm:prSet presAssocID="{EFA7CA65-B315-47D1-9DD5-9AAEE9BFA9C4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90CC821D-3A75-458E-8F36-56C08982A3EA}" type="pres">
      <dgm:prSet presAssocID="{65C0BE79-7F87-45BE-BBA0-8615B5FDCB69}" presName="spacer" presStyleCnt="0"/>
      <dgm:spPr/>
    </dgm:pt>
    <dgm:pt modelId="{747B6C6A-19CF-4963-9FD9-582CACD0E898}" type="pres">
      <dgm:prSet presAssocID="{76348A22-A6C6-4B5E-A051-A64A88D260FA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2C98B238-EE84-442E-8CD4-9E923FC8610F}" srcId="{3A928211-4820-4137-A3E9-AC495B90C2C1}" destId="{76348A22-A6C6-4B5E-A051-A64A88D260FA}" srcOrd="2" destOrd="0" parTransId="{B8539437-2445-4519-A57F-18A448E5F1B0}" sibTransId="{2466B77A-E880-4ED9-A796-F6F54C169E1A}"/>
    <dgm:cxn modelId="{813E9B99-EC1C-4618-B676-0FC3C1668A55}" type="presOf" srcId="{B29578E2-35B1-49B6-B976-BFB5E44BF016}" destId="{F48CA8E5-BFAB-458B-8814-43AB8DD4AF5D}" srcOrd="0" destOrd="0" presId="urn:microsoft.com/office/officeart/2005/8/layout/vList2"/>
    <dgm:cxn modelId="{BEAEA39D-90F6-4AD0-8E36-F8E48F7C2444}" type="presOf" srcId="{76348A22-A6C6-4B5E-A051-A64A88D260FA}" destId="{747B6C6A-19CF-4963-9FD9-582CACD0E898}" srcOrd="0" destOrd="0" presId="urn:microsoft.com/office/officeart/2005/8/layout/vList2"/>
    <dgm:cxn modelId="{716204C6-C622-49B8-93BC-96A3C7CFC0AA}" type="presOf" srcId="{3A928211-4820-4137-A3E9-AC495B90C2C1}" destId="{DA2168DE-CF74-47DB-843B-D9D96CC65839}" srcOrd="0" destOrd="0" presId="urn:microsoft.com/office/officeart/2005/8/layout/vList2"/>
    <dgm:cxn modelId="{2F354FED-D820-4EE7-84DF-380AD94D2D2A}" type="presOf" srcId="{EFA7CA65-B315-47D1-9DD5-9AAEE9BFA9C4}" destId="{C32E1668-7899-4BD7-94FA-59C7C786D9EB}" srcOrd="0" destOrd="0" presId="urn:microsoft.com/office/officeart/2005/8/layout/vList2"/>
    <dgm:cxn modelId="{179622F8-DAF2-4FE5-A44E-8CE8A6549525}" srcId="{3A928211-4820-4137-A3E9-AC495B90C2C1}" destId="{B29578E2-35B1-49B6-B976-BFB5E44BF016}" srcOrd="0" destOrd="0" parTransId="{45778443-BABB-4F74-B2FF-6E255BACEB36}" sibTransId="{363FE5F8-1E5F-447A-9F60-88B62673D36A}"/>
    <dgm:cxn modelId="{E2E0DCF8-B292-462F-A054-F7DE234C33AC}" srcId="{3A928211-4820-4137-A3E9-AC495B90C2C1}" destId="{EFA7CA65-B315-47D1-9DD5-9AAEE9BFA9C4}" srcOrd="1" destOrd="0" parTransId="{C2F4297D-E9DF-4550-B5E6-34BC1C0BB0D3}" sibTransId="{65C0BE79-7F87-45BE-BBA0-8615B5FDCB69}"/>
    <dgm:cxn modelId="{A16F581A-26DF-46F5-B2A6-8122C6390827}" type="presParOf" srcId="{DA2168DE-CF74-47DB-843B-D9D96CC65839}" destId="{F48CA8E5-BFAB-458B-8814-43AB8DD4AF5D}" srcOrd="0" destOrd="0" presId="urn:microsoft.com/office/officeart/2005/8/layout/vList2"/>
    <dgm:cxn modelId="{5E5457DD-5FA7-4854-91F8-846734402205}" type="presParOf" srcId="{DA2168DE-CF74-47DB-843B-D9D96CC65839}" destId="{7DEC2BFB-A437-460F-84E8-0BC18F25FB59}" srcOrd="1" destOrd="0" presId="urn:microsoft.com/office/officeart/2005/8/layout/vList2"/>
    <dgm:cxn modelId="{3F993CAD-4A63-4D51-9413-D7DF37EC3548}" type="presParOf" srcId="{DA2168DE-CF74-47DB-843B-D9D96CC65839}" destId="{C32E1668-7899-4BD7-94FA-59C7C786D9EB}" srcOrd="2" destOrd="0" presId="urn:microsoft.com/office/officeart/2005/8/layout/vList2"/>
    <dgm:cxn modelId="{232E90AE-C603-4D48-8558-BD3EAB27A4C3}" type="presParOf" srcId="{DA2168DE-CF74-47DB-843B-D9D96CC65839}" destId="{90CC821D-3A75-458E-8F36-56C08982A3EA}" srcOrd="3" destOrd="0" presId="urn:microsoft.com/office/officeart/2005/8/layout/vList2"/>
    <dgm:cxn modelId="{82A97664-0E79-4642-8069-DCD8C5F4FF45}" type="presParOf" srcId="{DA2168DE-CF74-47DB-843B-D9D96CC65839}" destId="{747B6C6A-19CF-4963-9FD9-582CACD0E898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1.xml><?xml version="1.0" encoding="utf-8"?>
<dgm:dataModel xmlns:dgm="http://schemas.openxmlformats.org/drawingml/2006/diagram" xmlns:a="http://schemas.openxmlformats.org/drawingml/2006/main">
  <dgm:ptLst>
    <dgm:pt modelId="{3A97C238-2101-47D1-8BA5-6950DAC0D0B9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CEE5EB25-B541-4C08-AE9C-A7CA4B453E44}">
      <dgm:prSet/>
      <dgm:spPr/>
      <dgm:t>
        <a:bodyPr/>
        <a:lstStyle/>
        <a:p>
          <a:r>
            <a:rPr lang="en-US"/>
            <a:t>« Être parallèle », « Être du même âge »</a:t>
          </a:r>
        </a:p>
      </dgm:t>
    </dgm:pt>
    <dgm:pt modelId="{04DB04AA-F998-4897-BB38-5BBAA3580C74}" type="parTrans" cxnId="{82F204F7-0C4C-4514-83C7-491D1D1CA231}">
      <dgm:prSet/>
      <dgm:spPr/>
      <dgm:t>
        <a:bodyPr/>
        <a:lstStyle/>
        <a:p>
          <a:endParaRPr lang="en-US"/>
        </a:p>
      </dgm:t>
    </dgm:pt>
    <dgm:pt modelId="{B6926AE0-1660-4669-AE49-89543F585CA9}" type="sibTrans" cxnId="{82F204F7-0C4C-4514-83C7-491D1D1CA231}">
      <dgm:prSet/>
      <dgm:spPr/>
      <dgm:t>
        <a:bodyPr/>
        <a:lstStyle/>
        <a:p>
          <a:endParaRPr lang="en-US"/>
        </a:p>
      </dgm:t>
    </dgm:pt>
    <dgm:pt modelId="{CBBBADD5-BD9E-46A8-A3AF-AEEFD6336BBF}">
      <dgm:prSet/>
      <dgm:spPr/>
      <dgm:t>
        <a:bodyPr/>
        <a:lstStyle/>
        <a:p>
          <a:r>
            <a:rPr lang="en-US"/>
            <a:t>Contre‑ex. : « Être perpendiculaire », « ≤ »</a:t>
          </a:r>
        </a:p>
      </dgm:t>
    </dgm:pt>
    <dgm:pt modelId="{03CFF87B-92DF-4FDD-9DE1-93FDD3014E0E}" type="parTrans" cxnId="{08716549-600B-413C-85E6-4C7D74049EFB}">
      <dgm:prSet/>
      <dgm:spPr/>
      <dgm:t>
        <a:bodyPr/>
        <a:lstStyle/>
        <a:p>
          <a:endParaRPr lang="en-US"/>
        </a:p>
      </dgm:t>
    </dgm:pt>
    <dgm:pt modelId="{E83A8F73-8893-4046-BD81-5B01C7271718}" type="sibTrans" cxnId="{08716549-600B-413C-85E6-4C7D74049EFB}">
      <dgm:prSet/>
      <dgm:spPr/>
      <dgm:t>
        <a:bodyPr/>
        <a:lstStyle/>
        <a:p>
          <a:endParaRPr lang="en-US"/>
        </a:p>
      </dgm:t>
    </dgm:pt>
    <dgm:pt modelId="{4E182D6E-E212-4A21-8AE7-D3C39F7708F1}" type="pres">
      <dgm:prSet presAssocID="{3A97C238-2101-47D1-8BA5-6950DAC0D0B9}" presName="linear" presStyleCnt="0">
        <dgm:presLayoutVars>
          <dgm:animLvl val="lvl"/>
          <dgm:resizeHandles val="exact"/>
        </dgm:presLayoutVars>
      </dgm:prSet>
      <dgm:spPr/>
    </dgm:pt>
    <dgm:pt modelId="{14AF9990-6E8E-48D1-A913-A961B0EDC3F0}" type="pres">
      <dgm:prSet presAssocID="{CEE5EB25-B541-4C08-AE9C-A7CA4B453E44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04BDDBB2-F5A6-4D3F-8527-5D2E3F4E41F9}" type="pres">
      <dgm:prSet presAssocID="{B6926AE0-1660-4669-AE49-89543F585CA9}" presName="spacer" presStyleCnt="0"/>
      <dgm:spPr/>
    </dgm:pt>
    <dgm:pt modelId="{3C56D93E-9C09-4090-862A-EF05A28E909F}" type="pres">
      <dgm:prSet presAssocID="{CBBBADD5-BD9E-46A8-A3AF-AEEFD6336BBF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38288406-9237-4BA9-979F-28CF00774690}" type="presOf" srcId="{3A97C238-2101-47D1-8BA5-6950DAC0D0B9}" destId="{4E182D6E-E212-4A21-8AE7-D3C39F7708F1}" srcOrd="0" destOrd="0" presId="urn:microsoft.com/office/officeart/2005/8/layout/vList2"/>
    <dgm:cxn modelId="{51E00428-2182-4820-86FC-5D7EBC0002B9}" type="presOf" srcId="{CEE5EB25-B541-4C08-AE9C-A7CA4B453E44}" destId="{14AF9990-6E8E-48D1-A913-A961B0EDC3F0}" srcOrd="0" destOrd="0" presId="urn:microsoft.com/office/officeart/2005/8/layout/vList2"/>
    <dgm:cxn modelId="{C220FE2E-B6EA-4624-90EC-9EB2ED5039E4}" type="presOf" srcId="{CBBBADD5-BD9E-46A8-A3AF-AEEFD6336BBF}" destId="{3C56D93E-9C09-4090-862A-EF05A28E909F}" srcOrd="0" destOrd="0" presId="urn:microsoft.com/office/officeart/2005/8/layout/vList2"/>
    <dgm:cxn modelId="{08716549-600B-413C-85E6-4C7D74049EFB}" srcId="{3A97C238-2101-47D1-8BA5-6950DAC0D0B9}" destId="{CBBBADD5-BD9E-46A8-A3AF-AEEFD6336BBF}" srcOrd="1" destOrd="0" parTransId="{03CFF87B-92DF-4FDD-9DE1-93FDD3014E0E}" sibTransId="{E83A8F73-8893-4046-BD81-5B01C7271718}"/>
    <dgm:cxn modelId="{82F204F7-0C4C-4514-83C7-491D1D1CA231}" srcId="{3A97C238-2101-47D1-8BA5-6950DAC0D0B9}" destId="{CEE5EB25-B541-4C08-AE9C-A7CA4B453E44}" srcOrd="0" destOrd="0" parTransId="{04DB04AA-F998-4897-BB38-5BBAA3580C74}" sibTransId="{B6926AE0-1660-4669-AE49-89543F585CA9}"/>
    <dgm:cxn modelId="{7E684DB6-39D8-49A8-B7DE-91F16730CF8D}" type="presParOf" srcId="{4E182D6E-E212-4A21-8AE7-D3C39F7708F1}" destId="{14AF9990-6E8E-48D1-A913-A961B0EDC3F0}" srcOrd="0" destOrd="0" presId="urn:microsoft.com/office/officeart/2005/8/layout/vList2"/>
    <dgm:cxn modelId="{F46D5A69-DEF8-4B1E-A7DA-7C37B14D66F1}" type="presParOf" srcId="{4E182D6E-E212-4A21-8AE7-D3C39F7708F1}" destId="{04BDDBB2-F5A6-4D3F-8527-5D2E3F4E41F9}" srcOrd="1" destOrd="0" presId="urn:microsoft.com/office/officeart/2005/8/layout/vList2"/>
    <dgm:cxn modelId="{CADD7AAC-AE21-4C03-A23A-158D07AD130C}" type="presParOf" srcId="{4E182D6E-E212-4A21-8AE7-D3C39F7708F1}" destId="{3C56D93E-9C09-4090-862A-EF05A28E909F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2.xml><?xml version="1.0" encoding="utf-8"?>
<dgm:dataModel xmlns:dgm="http://schemas.openxmlformats.org/drawingml/2006/diagram" xmlns:a="http://schemas.openxmlformats.org/drawingml/2006/main">
  <dgm:ptLst>
    <dgm:pt modelId="{F7E18650-D98F-4A8C-8233-C17F9381ED1B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A4FCF1C6-4F31-44F7-863B-0D32165C970E}">
      <dgm:prSet/>
      <dgm:spPr/>
      <dgm:t>
        <a:bodyPr/>
        <a:lstStyle/>
        <a:p>
          <a:r>
            <a:rPr lang="en-US"/>
            <a:t>Sur Z×N* : (p,q)~(p′,q′) ⇔ pq′=p′q</a:t>
          </a:r>
        </a:p>
      </dgm:t>
    </dgm:pt>
    <dgm:pt modelId="{2F918693-F323-49B7-B5B2-361C921AF684}" type="parTrans" cxnId="{E747B419-DBE0-4CCC-AC60-D8E995A3D082}">
      <dgm:prSet/>
      <dgm:spPr/>
      <dgm:t>
        <a:bodyPr/>
        <a:lstStyle/>
        <a:p>
          <a:endParaRPr lang="en-US"/>
        </a:p>
      </dgm:t>
    </dgm:pt>
    <dgm:pt modelId="{61CB7253-928E-4AB6-8811-D5F3E5670515}" type="sibTrans" cxnId="{E747B419-DBE0-4CCC-AC60-D8E995A3D082}">
      <dgm:prSet/>
      <dgm:spPr/>
      <dgm:t>
        <a:bodyPr/>
        <a:lstStyle/>
        <a:p>
          <a:endParaRPr lang="en-US"/>
        </a:p>
      </dgm:t>
    </dgm:pt>
    <dgm:pt modelId="{75D62F98-EC8E-4CE3-9B0B-886185F3273E}">
      <dgm:prSet/>
      <dgm:spPr/>
      <dgm:t>
        <a:bodyPr/>
        <a:lstStyle/>
        <a:p>
          <a:r>
            <a:rPr lang="en-US"/>
            <a:t>2/3 = 4/6 : mêmes classes (représentants différents)</a:t>
          </a:r>
        </a:p>
      </dgm:t>
    </dgm:pt>
    <dgm:pt modelId="{32024FF1-9961-436B-B9A0-202015282164}" type="parTrans" cxnId="{5512D4E5-5754-4F5E-A56D-E351E35E9DD4}">
      <dgm:prSet/>
      <dgm:spPr/>
      <dgm:t>
        <a:bodyPr/>
        <a:lstStyle/>
        <a:p>
          <a:endParaRPr lang="en-US"/>
        </a:p>
      </dgm:t>
    </dgm:pt>
    <dgm:pt modelId="{3E4D0132-5649-4C15-B9B0-0E6CAEF86D92}" type="sibTrans" cxnId="{5512D4E5-5754-4F5E-A56D-E351E35E9DD4}">
      <dgm:prSet/>
      <dgm:spPr/>
      <dgm:t>
        <a:bodyPr/>
        <a:lstStyle/>
        <a:p>
          <a:endParaRPr lang="en-US"/>
        </a:p>
      </dgm:t>
    </dgm:pt>
    <dgm:pt modelId="{BB6BC343-F986-44D8-B874-FA08AC8063FE}" type="pres">
      <dgm:prSet presAssocID="{F7E18650-D98F-4A8C-8233-C17F9381ED1B}" presName="linear" presStyleCnt="0">
        <dgm:presLayoutVars>
          <dgm:animLvl val="lvl"/>
          <dgm:resizeHandles val="exact"/>
        </dgm:presLayoutVars>
      </dgm:prSet>
      <dgm:spPr/>
    </dgm:pt>
    <dgm:pt modelId="{0DAB7954-1CE4-4C64-BC58-A73CF80DCBBD}" type="pres">
      <dgm:prSet presAssocID="{A4FCF1C6-4F31-44F7-863B-0D32165C970E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71E0B420-770C-4C7F-934C-E5AD92C0A687}" type="pres">
      <dgm:prSet presAssocID="{61CB7253-928E-4AB6-8811-D5F3E5670515}" presName="spacer" presStyleCnt="0"/>
      <dgm:spPr/>
    </dgm:pt>
    <dgm:pt modelId="{69533BC6-D716-4B9D-A383-A39950C401BB}" type="pres">
      <dgm:prSet presAssocID="{75D62F98-EC8E-4CE3-9B0B-886185F3273E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11D52608-B601-4686-B35C-9B743F7733AB}" type="presOf" srcId="{A4FCF1C6-4F31-44F7-863B-0D32165C970E}" destId="{0DAB7954-1CE4-4C64-BC58-A73CF80DCBBD}" srcOrd="0" destOrd="0" presId="urn:microsoft.com/office/officeart/2005/8/layout/vList2"/>
    <dgm:cxn modelId="{E747B419-DBE0-4CCC-AC60-D8E995A3D082}" srcId="{F7E18650-D98F-4A8C-8233-C17F9381ED1B}" destId="{A4FCF1C6-4F31-44F7-863B-0D32165C970E}" srcOrd="0" destOrd="0" parTransId="{2F918693-F323-49B7-B5B2-361C921AF684}" sibTransId="{61CB7253-928E-4AB6-8811-D5F3E5670515}"/>
    <dgm:cxn modelId="{7D70F640-4B1C-4125-A0E9-AAB9AF17485E}" type="presOf" srcId="{F7E18650-D98F-4A8C-8233-C17F9381ED1B}" destId="{BB6BC343-F986-44D8-B874-FA08AC8063FE}" srcOrd="0" destOrd="0" presId="urn:microsoft.com/office/officeart/2005/8/layout/vList2"/>
    <dgm:cxn modelId="{5512D4E5-5754-4F5E-A56D-E351E35E9DD4}" srcId="{F7E18650-D98F-4A8C-8233-C17F9381ED1B}" destId="{75D62F98-EC8E-4CE3-9B0B-886185F3273E}" srcOrd="1" destOrd="0" parTransId="{32024FF1-9961-436B-B9A0-202015282164}" sibTransId="{3E4D0132-5649-4C15-B9B0-0E6CAEF86D92}"/>
    <dgm:cxn modelId="{CA95E1EF-EA9A-4185-BEA3-A86416F6FB8F}" type="presOf" srcId="{75D62F98-EC8E-4CE3-9B0B-886185F3273E}" destId="{69533BC6-D716-4B9D-A383-A39950C401BB}" srcOrd="0" destOrd="0" presId="urn:microsoft.com/office/officeart/2005/8/layout/vList2"/>
    <dgm:cxn modelId="{8AEBC74D-101A-490C-8C3D-E22BFCCAD9C3}" type="presParOf" srcId="{BB6BC343-F986-44D8-B874-FA08AC8063FE}" destId="{0DAB7954-1CE4-4C64-BC58-A73CF80DCBBD}" srcOrd="0" destOrd="0" presId="urn:microsoft.com/office/officeart/2005/8/layout/vList2"/>
    <dgm:cxn modelId="{25342EDD-42CF-44BE-8809-53095B783620}" type="presParOf" srcId="{BB6BC343-F986-44D8-B874-FA08AC8063FE}" destId="{71E0B420-770C-4C7F-934C-E5AD92C0A687}" srcOrd="1" destOrd="0" presId="urn:microsoft.com/office/officeart/2005/8/layout/vList2"/>
    <dgm:cxn modelId="{A90F617A-4F24-4A98-96AF-6A4F6E0087D2}" type="presParOf" srcId="{BB6BC343-F986-44D8-B874-FA08AC8063FE}" destId="{69533BC6-D716-4B9D-A383-A39950C401BB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3.xml><?xml version="1.0" encoding="utf-8"?>
<dgm:dataModel xmlns:dgm="http://schemas.openxmlformats.org/drawingml/2006/diagram" xmlns:a="http://schemas.openxmlformats.org/drawingml/2006/main">
  <dgm:ptLst>
    <dgm:pt modelId="{2FD70D5B-F95D-444B-A4E4-04BF2B97E6BC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21111FCD-FCB4-4E0D-BEB0-53EA6651726D}">
      <dgm:prSet/>
      <dgm:spPr/>
      <dgm:t>
        <a:bodyPr/>
        <a:lstStyle/>
        <a:p>
          <a:r>
            <a:rPr lang="en-US"/>
            <a:t>a ≡ b (mod n) ⇔ n | (a−b) ; classes : 0,1,…,n−1</a:t>
          </a:r>
        </a:p>
      </dgm:t>
    </dgm:pt>
    <dgm:pt modelId="{C827A9BA-C29F-40BC-B8DE-E85DA92E5C9D}" type="parTrans" cxnId="{EFA420D4-FCEB-4B61-95C9-C375275EED0E}">
      <dgm:prSet/>
      <dgm:spPr/>
      <dgm:t>
        <a:bodyPr/>
        <a:lstStyle/>
        <a:p>
          <a:endParaRPr lang="en-US"/>
        </a:p>
      </dgm:t>
    </dgm:pt>
    <dgm:pt modelId="{0231E868-810D-4476-BB7D-ACBD9FE59B44}" type="sibTrans" cxnId="{EFA420D4-FCEB-4B61-95C9-C375275EED0E}">
      <dgm:prSet/>
      <dgm:spPr/>
      <dgm:t>
        <a:bodyPr/>
        <a:lstStyle/>
        <a:p>
          <a:endParaRPr lang="en-US"/>
        </a:p>
      </dgm:t>
    </dgm:pt>
    <dgm:pt modelId="{0274EE72-27C0-4A7D-AD53-AC3C906293B9}">
      <dgm:prSet/>
      <dgm:spPr/>
      <dgm:t>
        <a:bodyPr/>
        <a:lstStyle/>
        <a:p>
          <a:r>
            <a:rPr lang="en-US"/>
            <a:t>Ex : 10≡3 (mod 7), −1≡20 (mod 7)</a:t>
          </a:r>
        </a:p>
      </dgm:t>
    </dgm:pt>
    <dgm:pt modelId="{E8E16B2B-BE7F-4514-B78E-E93899692147}" type="parTrans" cxnId="{96BF9593-83CF-47AA-9F02-4C37CEE32DBB}">
      <dgm:prSet/>
      <dgm:spPr/>
      <dgm:t>
        <a:bodyPr/>
        <a:lstStyle/>
        <a:p>
          <a:endParaRPr lang="en-US"/>
        </a:p>
      </dgm:t>
    </dgm:pt>
    <dgm:pt modelId="{CC6D5EC6-26EE-4714-9829-67A22E1F0843}" type="sibTrans" cxnId="{96BF9593-83CF-47AA-9F02-4C37CEE32DBB}">
      <dgm:prSet/>
      <dgm:spPr/>
      <dgm:t>
        <a:bodyPr/>
        <a:lstStyle/>
        <a:p>
          <a:endParaRPr lang="en-US"/>
        </a:p>
      </dgm:t>
    </dgm:pt>
    <dgm:pt modelId="{F85146C4-26AB-4F9C-BE75-A29AEC7953BD}" type="pres">
      <dgm:prSet presAssocID="{2FD70D5B-F95D-444B-A4E4-04BF2B97E6BC}" presName="linear" presStyleCnt="0">
        <dgm:presLayoutVars>
          <dgm:animLvl val="lvl"/>
          <dgm:resizeHandles val="exact"/>
        </dgm:presLayoutVars>
      </dgm:prSet>
      <dgm:spPr/>
    </dgm:pt>
    <dgm:pt modelId="{FDA82BF2-4405-4CE1-8C22-8687F39D15AE}" type="pres">
      <dgm:prSet presAssocID="{21111FCD-FCB4-4E0D-BEB0-53EA6651726D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087BBF36-ABE5-4BCF-8DE4-77EA5C3FF1A6}" type="pres">
      <dgm:prSet presAssocID="{0231E868-810D-4476-BB7D-ACBD9FE59B44}" presName="spacer" presStyleCnt="0"/>
      <dgm:spPr/>
    </dgm:pt>
    <dgm:pt modelId="{21E9C451-AA66-44C4-B87E-8831DCE29DAB}" type="pres">
      <dgm:prSet presAssocID="{0274EE72-27C0-4A7D-AD53-AC3C906293B9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35252C77-53D3-4CF7-9DDC-4A78E16A28CF}" type="presOf" srcId="{21111FCD-FCB4-4E0D-BEB0-53EA6651726D}" destId="{FDA82BF2-4405-4CE1-8C22-8687F39D15AE}" srcOrd="0" destOrd="0" presId="urn:microsoft.com/office/officeart/2005/8/layout/vList2"/>
    <dgm:cxn modelId="{07B6988C-C9E0-4824-9AD2-BC2A9C6848B6}" type="presOf" srcId="{2FD70D5B-F95D-444B-A4E4-04BF2B97E6BC}" destId="{F85146C4-26AB-4F9C-BE75-A29AEC7953BD}" srcOrd="0" destOrd="0" presId="urn:microsoft.com/office/officeart/2005/8/layout/vList2"/>
    <dgm:cxn modelId="{96BF9593-83CF-47AA-9F02-4C37CEE32DBB}" srcId="{2FD70D5B-F95D-444B-A4E4-04BF2B97E6BC}" destId="{0274EE72-27C0-4A7D-AD53-AC3C906293B9}" srcOrd="1" destOrd="0" parTransId="{E8E16B2B-BE7F-4514-B78E-E93899692147}" sibTransId="{CC6D5EC6-26EE-4714-9829-67A22E1F0843}"/>
    <dgm:cxn modelId="{EFA420D4-FCEB-4B61-95C9-C375275EED0E}" srcId="{2FD70D5B-F95D-444B-A4E4-04BF2B97E6BC}" destId="{21111FCD-FCB4-4E0D-BEB0-53EA6651726D}" srcOrd="0" destOrd="0" parTransId="{C827A9BA-C29F-40BC-B8DE-E85DA92E5C9D}" sibTransId="{0231E868-810D-4476-BB7D-ACBD9FE59B44}"/>
    <dgm:cxn modelId="{B7C3EED8-2185-4A0D-B4D7-E1DCA0A9F1B6}" type="presOf" srcId="{0274EE72-27C0-4A7D-AD53-AC3C906293B9}" destId="{21E9C451-AA66-44C4-B87E-8831DCE29DAB}" srcOrd="0" destOrd="0" presId="urn:microsoft.com/office/officeart/2005/8/layout/vList2"/>
    <dgm:cxn modelId="{06E52D09-24DC-4B92-957A-B90216C141C7}" type="presParOf" srcId="{F85146C4-26AB-4F9C-BE75-A29AEC7953BD}" destId="{FDA82BF2-4405-4CE1-8C22-8687F39D15AE}" srcOrd="0" destOrd="0" presId="urn:microsoft.com/office/officeart/2005/8/layout/vList2"/>
    <dgm:cxn modelId="{3F771BE0-048A-4A90-921E-AD81F44143BF}" type="presParOf" srcId="{F85146C4-26AB-4F9C-BE75-A29AEC7953BD}" destId="{087BBF36-ABE5-4BCF-8DE4-77EA5C3FF1A6}" srcOrd="1" destOrd="0" presId="urn:microsoft.com/office/officeart/2005/8/layout/vList2"/>
    <dgm:cxn modelId="{754AF6A9-1130-493D-8D23-A73B5D35A165}" type="presParOf" srcId="{F85146C4-26AB-4F9C-BE75-A29AEC7953BD}" destId="{21E9C451-AA66-44C4-B87E-8831DCE29DAB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4.xml><?xml version="1.0" encoding="utf-8"?>
<dgm:dataModel xmlns:dgm="http://schemas.openxmlformats.org/drawingml/2006/diagram" xmlns:a="http://schemas.openxmlformats.org/drawingml/2006/main">
  <dgm:ptLst>
    <dgm:pt modelId="{2F69C978-F3C5-43E6-9F8E-60B42E8A42AD}" type="doc">
      <dgm:prSet loTypeId="urn:microsoft.com/office/officeart/2008/layout/LinedList" loCatId="list" qsTypeId="urn:microsoft.com/office/officeart/2005/8/quickstyle/simple4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408F42E4-F568-417B-A831-9FAE620F5F6E}">
      <dgm:prSet/>
      <dgm:spPr/>
      <dgm:t>
        <a:bodyPr/>
        <a:lstStyle/>
        <a:p>
          <a:r>
            <a:rPr lang="en-US"/>
            <a:t>Prouver ∁(A∪B)=∁A∩∁B</a:t>
          </a:r>
        </a:p>
      </dgm:t>
    </dgm:pt>
    <dgm:pt modelId="{921585C8-5114-4013-BD01-E4D6A9659B9A}" type="parTrans" cxnId="{58FCD323-04A1-41A6-81BB-AB4BAD6308B1}">
      <dgm:prSet/>
      <dgm:spPr/>
      <dgm:t>
        <a:bodyPr/>
        <a:lstStyle/>
        <a:p>
          <a:endParaRPr lang="en-US"/>
        </a:p>
      </dgm:t>
    </dgm:pt>
    <dgm:pt modelId="{23658E49-CB86-4FF5-B8D6-CB50ECBFE590}" type="sibTrans" cxnId="{58FCD323-04A1-41A6-81BB-AB4BAD6308B1}">
      <dgm:prSet/>
      <dgm:spPr/>
      <dgm:t>
        <a:bodyPr/>
        <a:lstStyle/>
        <a:p>
          <a:endParaRPr lang="en-US"/>
        </a:p>
      </dgm:t>
    </dgm:pt>
    <dgm:pt modelId="{24B217B8-CB0D-49C5-A1B2-730376D2FBBA}">
      <dgm:prSet/>
      <dgm:spPr/>
      <dgm:t>
        <a:bodyPr/>
        <a:lstStyle/>
        <a:p>
          <a:r>
            <a:rPr lang="en-US"/>
            <a:t>Lister {1,2,3}×{1,2,3,4}</a:t>
          </a:r>
        </a:p>
      </dgm:t>
    </dgm:pt>
    <dgm:pt modelId="{67571462-5145-4ED2-BDC8-63CB23F71E75}" type="parTrans" cxnId="{60A36E57-5CF5-49AE-A424-DE9D96C670FE}">
      <dgm:prSet/>
      <dgm:spPr/>
      <dgm:t>
        <a:bodyPr/>
        <a:lstStyle/>
        <a:p>
          <a:endParaRPr lang="en-US"/>
        </a:p>
      </dgm:t>
    </dgm:pt>
    <dgm:pt modelId="{42D279E7-75F7-4B87-859A-A9D0B69FEB35}" type="sibTrans" cxnId="{60A36E57-5CF5-49AE-A424-DE9D96C670FE}">
      <dgm:prSet/>
      <dgm:spPr/>
      <dgm:t>
        <a:bodyPr/>
        <a:lstStyle/>
        <a:p>
          <a:endParaRPr lang="en-US"/>
        </a:p>
      </dgm:t>
    </dgm:pt>
    <dgm:pt modelId="{6924F6B0-F0E8-44E3-A4D6-057F7E4A5585}">
      <dgm:prSet/>
      <dgm:spPr/>
      <dgm:t>
        <a:bodyPr/>
        <a:lstStyle/>
        <a:p>
          <a:r>
            <a:rPr lang="en-US"/>
            <a:t>Pour f(x)=x² : f([0,1[), f(]−1,2[), f⁻¹([1,2[), f⁻¹({3})</a:t>
          </a:r>
        </a:p>
      </dgm:t>
    </dgm:pt>
    <dgm:pt modelId="{CC21D831-923D-418A-ABCC-F5928BFD6732}" type="parTrans" cxnId="{1A1D7DC7-6813-4982-AC64-3C083672ED75}">
      <dgm:prSet/>
      <dgm:spPr/>
      <dgm:t>
        <a:bodyPr/>
        <a:lstStyle/>
        <a:p>
          <a:endParaRPr lang="en-US"/>
        </a:p>
      </dgm:t>
    </dgm:pt>
    <dgm:pt modelId="{37039660-648B-4EEA-B306-38BE68A2EFC7}" type="sibTrans" cxnId="{1A1D7DC7-6813-4982-AC64-3C083672ED75}">
      <dgm:prSet/>
      <dgm:spPr/>
      <dgm:t>
        <a:bodyPr/>
        <a:lstStyle/>
        <a:p>
          <a:endParaRPr lang="en-US"/>
        </a:p>
      </dgm:t>
    </dgm:pt>
    <dgm:pt modelId="{47E26352-92E4-42E6-853A-AA98E61745B9}">
      <dgm:prSet/>
      <dgm:spPr/>
      <dgm:t>
        <a:bodyPr/>
        <a:lstStyle/>
        <a:p>
          <a:r>
            <a:rPr lang="en-US"/>
            <a:t>Injection/surjection pour f : [0,+∞[→[0,+∞[, x↦x² ?</a:t>
          </a:r>
        </a:p>
      </dgm:t>
    </dgm:pt>
    <dgm:pt modelId="{D1D63DF1-5F2E-43C6-9253-511AEDE204CC}" type="parTrans" cxnId="{FE8ECECB-F9AE-479C-9D96-E57C7D9CCE4A}">
      <dgm:prSet/>
      <dgm:spPr/>
      <dgm:t>
        <a:bodyPr/>
        <a:lstStyle/>
        <a:p>
          <a:endParaRPr lang="en-US"/>
        </a:p>
      </dgm:t>
    </dgm:pt>
    <dgm:pt modelId="{219F895F-F06D-451E-A6A9-309E2AB82DC7}" type="sibTrans" cxnId="{FE8ECECB-F9AE-479C-9D96-E57C7D9CCE4A}">
      <dgm:prSet/>
      <dgm:spPr/>
      <dgm:t>
        <a:bodyPr/>
        <a:lstStyle/>
        <a:p>
          <a:endParaRPr lang="en-US"/>
        </a:p>
      </dgm:t>
    </dgm:pt>
    <dgm:pt modelId="{5F1B68A3-7E1F-461A-94A8-9955ECD15254}">
      <dgm:prSet/>
      <dgm:spPr/>
      <dgm:t>
        <a:bodyPr/>
        <a:lstStyle/>
        <a:p>
          <a:r>
            <a:rPr lang="en-US"/>
            <a:t>Combien de listes de k éléments distincts choisis parmi n ?</a:t>
          </a:r>
        </a:p>
      </dgm:t>
    </dgm:pt>
    <dgm:pt modelId="{6F8D3346-90C9-4234-90E3-495A53A81B93}" type="parTrans" cxnId="{8317DDE1-1A04-4D13-8DB7-AE843F284770}">
      <dgm:prSet/>
      <dgm:spPr/>
      <dgm:t>
        <a:bodyPr/>
        <a:lstStyle/>
        <a:p>
          <a:endParaRPr lang="en-US"/>
        </a:p>
      </dgm:t>
    </dgm:pt>
    <dgm:pt modelId="{1A062952-9713-4BA9-B07B-9B0D81D9AF2A}" type="sibTrans" cxnId="{8317DDE1-1A04-4D13-8DB7-AE843F284770}">
      <dgm:prSet/>
      <dgm:spPr/>
      <dgm:t>
        <a:bodyPr/>
        <a:lstStyle/>
        <a:p>
          <a:endParaRPr lang="en-US"/>
        </a:p>
      </dgm:t>
    </dgm:pt>
    <dgm:pt modelId="{4F809C0C-28A4-462B-934A-658D8617F5F4}" type="pres">
      <dgm:prSet presAssocID="{2F69C978-F3C5-43E6-9F8E-60B42E8A42AD}" presName="vert0" presStyleCnt="0">
        <dgm:presLayoutVars>
          <dgm:dir/>
          <dgm:animOne val="branch"/>
          <dgm:animLvl val="lvl"/>
        </dgm:presLayoutVars>
      </dgm:prSet>
      <dgm:spPr/>
    </dgm:pt>
    <dgm:pt modelId="{04E65146-2695-400E-909B-C2DB88F87F51}" type="pres">
      <dgm:prSet presAssocID="{408F42E4-F568-417B-A831-9FAE620F5F6E}" presName="thickLine" presStyleLbl="alignNode1" presStyleIdx="0" presStyleCnt="5"/>
      <dgm:spPr/>
    </dgm:pt>
    <dgm:pt modelId="{072415E7-1F30-4727-83FF-CDEBC4612C5B}" type="pres">
      <dgm:prSet presAssocID="{408F42E4-F568-417B-A831-9FAE620F5F6E}" presName="horz1" presStyleCnt="0"/>
      <dgm:spPr/>
    </dgm:pt>
    <dgm:pt modelId="{27D0B745-39F5-4C20-94FD-15EC8AC4B473}" type="pres">
      <dgm:prSet presAssocID="{408F42E4-F568-417B-A831-9FAE620F5F6E}" presName="tx1" presStyleLbl="revTx" presStyleIdx="0" presStyleCnt="5"/>
      <dgm:spPr/>
    </dgm:pt>
    <dgm:pt modelId="{273FF643-D3AA-4418-9790-B7751B4066DE}" type="pres">
      <dgm:prSet presAssocID="{408F42E4-F568-417B-A831-9FAE620F5F6E}" presName="vert1" presStyleCnt="0"/>
      <dgm:spPr/>
    </dgm:pt>
    <dgm:pt modelId="{A6C29A2A-A5AD-4D4A-8739-DC97A847F80E}" type="pres">
      <dgm:prSet presAssocID="{24B217B8-CB0D-49C5-A1B2-730376D2FBBA}" presName="thickLine" presStyleLbl="alignNode1" presStyleIdx="1" presStyleCnt="5"/>
      <dgm:spPr/>
    </dgm:pt>
    <dgm:pt modelId="{BA7F0DAF-95CA-4AAB-8317-0FEA1E404CFF}" type="pres">
      <dgm:prSet presAssocID="{24B217B8-CB0D-49C5-A1B2-730376D2FBBA}" presName="horz1" presStyleCnt="0"/>
      <dgm:spPr/>
    </dgm:pt>
    <dgm:pt modelId="{5BB8A2C0-1A63-434A-8070-4B60EDAE413F}" type="pres">
      <dgm:prSet presAssocID="{24B217B8-CB0D-49C5-A1B2-730376D2FBBA}" presName="tx1" presStyleLbl="revTx" presStyleIdx="1" presStyleCnt="5"/>
      <dgm:spPr/>
    </dgm:pt>
    <dgm:pt modelId="{FC5A3229-F91A-45FD-87DA-2521FE487940}" type="pres">
      <dgm:prSet presAssocID="{24B217B8-CB0D-49C5-A1B2-730376D2FBBA}" presName="vert1" presStyleCnt="0"/>
      <dgm:spPr/>
    </dgm:pt>
    <dgm:pt modelId="{5B2448F2-C833-4FAF-B416-F78917E435E5}" type="pres">
      <dgm:prSet presAssocID="{6924F6B0-F0E8-44E3-A4D6-057F7E4A5585}" presName="thickLine" presStyleLbl="alignNode1" presStyleIdx="2" presStyleCnt="5"/>
      <dgm:spPr/>
    </dgm:pt>
    <dgm:pt modelId="{2A9161C7-1316-43BE-AAF8-0DD4D4B1CAB8}" type="pres">
      <dgm:prSet presAssocID="{6924F6B0-F0E8-44E3-A4D6-057F7E4A5585}" presName="horz1" presStyleCnt="0"/>
      <dgm:spPr/>
    </dgm:pt>
    <dgm:pt modelId="{8DCB1093-C0F1-459B-BDB9-B61DEECF67B8}" type="pres">
      <dgm:prSet presAssocID="{6924F6B0-F0E8-44E3-A4D6-057F7E4A5585}" presName="tx1" presStyleLbl="revTx" presStyleIdx="2" presStyleCnt="5"/>
      <dgm:spPr/>
    </dgm:pt>
    <dgm:pt modelId="{EAE9FEB0-FB9C-453A-B41C-D9F5718F9B19}" type="pres">
      <dgm:prSet presAssocID="{6924F6B0-F0E8-44E3-A4D6-057F7E4A5585}" presName="vert1" presStyleCnt="0"/>
      <dgm:spPr/>
    </dgm:pt>
    <dgm:pt modelId="{B81B9F2C-1E72-43BA-8989-500201B0AE28}" type="pres">
      <dgm:prSet presAssocID="{47E26352-92E4-42E6-853A-AA98E61745B9}" presName="thickLine" presStyleLbl="alignNode1" presStyleIdx="3" presStyleCnt="5"/>
      <dgm:spPr/>
    </dgm:pt>
    <dgm:pt modelId="{ECCC9AE6-6366-4F81-AEFA-E11A163072C4}" type="pres">
      <dgm:prSet presAssocID="{47E26352-92E4-42E6-853A-AA98E61745B9}" presName="horz1" presStyleCnt="0"/>
      <dgm:spPr/>
    </dgm:pt>
    <dgm:pt modelId="{E9C957E3-DB09-4EF9-B181-986C0E7D1B40}" type="pres">
      <dgm:prSet presAssocID="{47E26352-92E4-42E6-853A-AA98E61745B9}" presName="tx1" presStyleLbl="revTx" presStyleIdx="3" presStyleCnt="5"/>
      <dgm:spPr/>
    </dgm:pt>
    <dgm:pt modelId="{B8F7430F-4A5D-46DF-AEEB-32E2DAEC5962}" type="pres">
      <dgm:prSet presAssocID="{47E26352-92E4-42E6-853A-AA98E61745B9}" presName="vert1" presStyleCnt="0"/>
      <dgm:spPr/>
    </dgm:pt>
    <dgm:pt modelId="{9CBB9FFE-04C0-4659-845D-C685FBBB5F27}" type="pres">
      <dgm:prSet presAssocID="{5F1B68A3-7E1F-461A-94A8-9955ECD15254}" presName="thickLine" presStyleLbl="alignNode1" presStyleIdx="4" presStyleCnt="5"/>
      <dgm:spPr/>
    </dgm:pt>
    <dgm:pt modelId="{B3E485FE-E523-4455-8B54-76FADD439292}" type="pres">
      <dgm:prSet presAssocID="{5F1B68A3-7E1F-461A-94A8-9955ECD15254}" presName="horz1" presStyleCnt="0"/>
      <dgm:spPr/>
    </dgm:pt>
    <dgm:pt modelId="{3F6FD724-83DA-4C53-872D-A44AB7452D7E}" type="pres">
      <dgm:prSet presAssocID="{5F1B68A3-7E1F-461A-94A8-9955ECD15254}" presName="tx1" presStyleLbl="revTx" presStyleIdx="4" presStyleCnt="5"/>
      <dgm:spPr/>
    </dgm:pt>
    <dgm:pt modelId="{E76F64EC-3FF3-4A86-B059-1EC23CDC5328}" type="pres">
      <dgm:prSet presAssocID="{5F1B68A3-7E1F-461A-94A8-9955ECD15254}" presName="vert1" presStyleCnt="0"/>
      <dgm:spPr/>
    </dgm:pt>
  </dgm:ptLst>
  <dgm:cxnLst>
    <dgm:cxn modelId="{5D8EC20A-665B-4776-8A2F-F7F9B2356288}" type="presOf" srcId="{408F42E4-F568-417B-A831-9FAE620F5F6E}" destId="{27D0B745-39F5-4C20-94FD-15EC8AC4B473}" srcOrd="0" destOrd="0" presId="urn:microsoft.com/office/officeart/2008/layout/LinedList"/>
    <dgm:cxn modelId="{58FCD323-04A1-41A6-81BB-AB4BAD6308B1}" srcId="{2F69C978-F3C5-43E6-9F8E-60B42E8A42AD}" destId="{408F42E4-F568-417B-A831-9FAE620F5F6E}" srcOrd="0" destOrd="0" parTransId="{921585C8-5114-4013-BD01-E4D6A9659B9A}" sibTransId="{23658E49-CB86-4FF5-B8D6-CB50ECBFE590}"/>
    <dgm:cxn modelId="{A622E226-CF16-4355-BB8F-72955B171427}" type="presOf" srcId="{47E26352-92E4-42E6-853A-AA98E61745B9}" destId="{E9C957E3-DB09-4EF9-B181-986C0E7D1B40}" srcOrd="0" destOrd="0" presId="urn:microsoft.com/office/officeart/2008/layout/LinedList"/>
    <dgm:cxn modelId="{76B8382C-A90D-46CB-A085-086E2A92D602}" type="presOf" srcId="{2F69C978-F3C5-43E6-9F8E-60B42E8A42AD}" destId="{4F809C0C-28A4-462B-934A-658D8617F5F4}" srcOrd="0" destOrd="0" presId="urn:microsoft.com/office/officeart/2008/layout/LinedList"/>
    <dgm:cxn modelId="{60A36E57-5CF5-49AE-A424-DE9D96C670FE}" srcId="{2F69C978-F3C5-43E6-9F8E-60B42E8A42AD}" destId="{24B217B8-CB0D-49C5-A1B2-730376D2FBBA}" srcOrd="1" destOrd="0" parTransId="{67571462-5145-4ED2-BDC8-63CB23F71E75}" sibTransId="{42D279E7-75F7-4B87-859A-A9D0B69FEB35}"/>
    <dgm:cxn modelId="{535ACFA0-4A1C-4C2A-9A1C-F1790D416663}" type="presOf" srcId="{24B217B8-CB0D-49C5-A1B2-730376D2FBBA}" destId="{5BB8A2C0-1A63-434A-8070-4B60EDAE413F}" srcOrd="0" destOrd="0" presId="urn:microsoft.com/office/officeart/2008/layout/LinedList"/>
    <dgm:cxn modelId="{1A1D7DC7-6813-4982-AC64-3C083672ED75}" srcId="{2F69C978-F3C5-43E6-9F8E-60B42E8A42AD}" destId="{6924F6B0-F0E8-44E3-A4D6-057F7E4A5585}" srcOrd="2" destOrd="0" parTransId="{CC21D831-923D-418A-ABCC-F5928BFD6732}" sibTransId="{37039660-648B-4EEA-B306-38BE68A2EFC7}"/>
    <dgm:cxn modelId="{FE8ECECB-F9AE-479C-9D96-E57C7D9CCE4A}" srcId="{2F69C978-F3C5-43E6-9F8E-60B42E8A42AD}" destId="{47E26352-92E4-42E6-853A-AA98E61745B9}" srcOrd="3" destOrd="0" parTransId="{D1D63DF1-5F2E-43C6-9253-511AEDE204CC}" sibTransId="{219F895F-F06D-451E-A6A9-309E2AB82DC7}"/>
    <dgm:cxn modelId="{8317DDE1-1A04-4D13-8DB7-AE843F284770}" srcId="{2F69C978-F3C5-43E6-9F8E-60B42E8A42AD}" destId="{5F1B68A3-7E1F-461A-94A8-9955ECD15254}" srcOrd="4" destOrd="0" parTransId="{6F8D3346-90C9-4234-90E3-495A53A81B93}" sibTransId="{1A062952-9713-4BA9-B07B-9B0D81D9AF2A}"/>
    <dgm:cxn modelId="{263050F0-0F79-45C6-8F8F-B0CD7258D1B8}" type="presOf" srcId="{5F1B68A3-7E1F-461A-94A8-9955ECD15254}" destId="{3F6FD724-83DA-4C53-872D-A44AB7452D7E}" srcOrd="0" destOrd="0" presId="urn:microsoft.com/office/officeart/2008/layout/LinedList"/>
    <dgm:cxn modelId="{ACFCD5F9-C876-4549-A0A4-8B9096C9F3CA}" type="presOf" srcId="{6924F6B0-F0E8-44E3-A4D6-057F7E4A5585}" destId="{8DCB1093-C0F1-459B-BDB9-B61DEECF67B8}" srcOrd="0" destOrd="0" presId="urn:microsoft.com/office/officeart/2008/layout/LinedList"/>
    <dgm:cxn modelId="{01EEDD94-1671-443F-9CC7-152473A34991}" type="presParOf" srcId="{4F809C0C-28A4-462B-934A-658D8617F5F4}" destId="{04E65146-2695-400E-909B-C2DB88F87F51}" srcOrd="0" destOrd="0" presId="urn:microsoft.com/office/officeart/2008/layout/LinedList"/>
    <dgm:cxn modelId="{97F26E87-45DF-4028-AE47-3F72BA7CFF58}" type="presParOf" srcId="{4F809C0C-28A4-462B-934A-658D8617F5F4}" destId="{072415E7-1F30-4727-83FF-CDEBC4612C5B}" srcOrd="1" destOrd="0" presId="urn:microsoft.com/office/officeart/2008/layout/LinedList"/>
    <dgm:cxn modelId="{823873B7-E05F-4A59-92FD-240818F30CCA}" type="presParOf" srcId="{072415E7-1F30-4727-83FF-CDEBC4612C5B}" destId="{27D0B745-39F5-4C20-94FD-15EC8AC4B473}" srcOrd="0" destOrd="0" presId="urn:microsoft.com/office/officeart/2008/layout/LinedList"/>
    <dgm:cxn modelId="{1790902F-CB3B-4BCF-ACE6-1BB90EE4A06F}" type="presParOf" srcId="{072415E7-1F30-4727-83FF-CDEBC4612C5B}" destId="{273FF643-D3AA-4418-9790-B7751B4066DE}" srcOrd="1" destOrd="0" presId="urn:microsoft.com/office/officeart/2008/layout/LinedList"/>
    <dgm:cxn modelId="{28192D2F-3E5A-4741-8E01-ABFAFF1928D0}" type="presParOf" srcId="{4F809C0C-28A4-462B-934A-658D8617F5F4}" destId="{A6C29A2A-A5AD-4D4A-8739-DC97A847F80E}" srcOrd="2" destOrd="0" presId="urn:microsoft.com/office/officeart/2008/layout/LinedList"/>
    <dgm:cxn modelId="{7987F08D-8A47-44CF-85E0-9D3D26C09C3B}" type="presParOf" srcId="{4F809C0C-28A4-462B-934A-658D8617F5F4}" destId="{BA7F0DAF-95CA-4AAB-8317-0FEA1E404CFF}" srcOrd="3" destOrd="0" presId="urn:microsoft.com/office/officeart/2008/layout/LinedList"/>
    <dgm:cxn modelId="{14F79765-AF99-4D56-AC9C-B489134758C6}" type="presParOf" srcId="{BA7F0DAF-95CA-4AAB-8317-0FEA1E404CFF}" destId="{5BB8A2C0-1A63-434A-8070-4B60EDAE413F}" srcOrd="0" destOrd="0" presId="urn:microsoft.com/office/officeart/2008/layout/LinedList"/>
    <dgm:cxn modelId="{2CCE02B2-715D-4994-A9D2-1332E271F378}" type="presParOf" srcId="{BA7F0DAF-95CA-4AAB-8317-0FEA1E404CFF}" destId="{FC5A3229-F91A-45FD-87DA-2521FE487940}" srcOrd="1" destOrd="0" presId="urn:microsoft.com/office/officeart/2008/layout/LinedList"/>
    <dgm:cxn modelId="{CCD96E5D-CB96-4AF0-9E13-EB64E73203DA}" type="presParOf" srcId="{4F809C0C-28A4-462B-934A-658D8617F5F4}" destId="{5B2448F2-C833-4FAF-B416-F78917E435E5}" srcOrd="4" destOrd="0" presId="urn:microsoft.com/office/officeart/2008/layout/LinedList"/>
    <dgm:cxn modelId="{EC26A011-E63E-4C1B-AB4A-2E6CB4556478}" type="presParOf" srcId="{4F809C0C-28A4-462B-934A-658D8617F5F4}" destId="{2A9161C7-1316-43BE-AAF8-0DD4D4B1CAB8}" srcOrd="5" destOrd="0" presId="urn:microsoft.com/office/officeart/2008/layout/LinedList"/>
    <dgm:cxn modelId="{4583188E-08F3-4A74-860A-C7194AF1067C}" type="presParOf" srcId="{2A9161C7-1316-43BE-AAF8-0DD4D4B1CAB8}" destId="{8DCB1093-C0F1-459B-BDB9-B61DEECF67B8}" srcOrd="0" destOrd="0" presId="urn:microsoft.com/office/officeart/2008/layout/LinedList"/>
    <dgm:cxn modelId="{33A0CEC6-C1C8-4ED0-8F35-63DDE53481A3}" type="presParOf" srcId="{2A9161C7-1316-43BE-AAF8-0DD4D4B1CAB8}" destId="{EAE9FEB0-FB9C-453A-B41C-D9F5718F9B19}" srcOrd="1" destOrd="0" presId="urn:microsoft.com/office/officeart/2008/layout/LinedList"/>
    <dgm:cxn modelId="{6C4B688B-9E62-4809-B906-CFB8A7D32C82}" type="presParOf" srcId="{4F809C0C-28A4-462B-934A-658D8617F5F4}" destId="{B81B9F2C-1E72-43BA-8989-500201B0AE28}" srcOrd="6" destOrd="0" presId="urn:microsoft.com/office/officeart/2008/layout/LinedList"/>
    <dgm:cxn modelId="{2FD45B81-A326-4817-A793-B7BAD4A02009}" type="presParOf" srcId="{4F809C0C-28A4-462B-934A-658D8617F5F4}" destId="{ECCC9AE6-6366-4F81-AEFA-E11A163072C4}" srcOrd="7" destOrd="0" presId="urn:microsoft.com/office/officeart/2008/layout/LinedList"/>
    <dgm:cxn modelId="{D9FB0D6A-A52D-46B0-80FD-CC69A67B720A}" type="presParOf" srcId="{ECCC9AE6-6366-4F81-AEFA-E11A163072C4}" destId="{E9C957E3-DB09-4EF9-B181-986C0E7D1B40}" srcOrd="0" destOrd="0" presId="urn:microsoft.com/office/officeart/2008/layout/LinedList"/>
    <dgm:cxn modelId="{46EEA550-E5DE-4EC9-A788-314D698B7400}" type="presParOf" srcId="{ECCC9AE6-6366-4F81-AEFA-E11A163072C4}" destId="{B8F7430F-4A5D-46DF-AEEB-32E2DAEC5962}" srcOrd="1" destOrd="0" presId="urn:microsoft.com/office/officeart/2008/layout/LinedList"/>
    <dgm:cxn modelId="{72E26A8B-DE22-4117-A62E-02E60BA6BAAD}" type="presParOf" srcId="{4F809C0C-28A4-462B-934A-658D8617F5F4}" destId="{9CBB9FFE-04C0-4659-845D-C685FBBB5F27}" srcOrd="8" destOrd="0" presId="urn:microsoft.com/office/officeart/2008/layout/LinedList"/>
    <dgm:cxn modelId="{FB0712CF-F6E4-477C-A4FB-9D428E16AA3F}" type="presParOf" srcId="{4F809C0C-28A4-462B-934A-658D8617F5F4}" destId="{B3E485FE-E523-4455-8B54-76FADD439292}" srcOrd="9" destOrd="0" presId="urn:microsoft.com/office/officeart/2008/layout/LinedList"/>
    <dgm:cxn modelId="{6375BBA8-1EC0-45D0-A07C-8B9C7F594DA9}" type="presParOf" srcId="{B3E485FE-E523-4455-8B54-76FADD439292}" destId="{3F6FD724-83DA-4C53-872D-A44AB7452D7E}" srcOrd="0" destOrd="0" presId="urn:microsoft.com/office/officeart/2008/layout/LinedList"/>
    <dgm:cxn modelId="{98AC8D8D-5BE4-4728-BC7C-39551F15252E}" type="presParOf" srcId="{B3E485FE-E523-4455-8B54-76FADD439292}" destId="{E76F64EC-3FF3-4A86-B059-1EC23CDC5328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5.xml><?xml version="1.0" encoding="utf-8"?>
<dgm:dataModel xmlns:dgm="http://schemas.openxmlformats.org/drawingml/2006/diagram" xmlns:a="http://schemas.openxmlformats.org/drawingml/2006/main">
  <dgm:ptLst>
    <dgm:pt modelId="{3E8ACB54-DFED-41DE-9C3D-942E6B6D2693}" type="doc">
      <dgm:prSet loTypeId="urn:microsoft.com/office/officeart/2008/layout/LinedList" loCatId="list" qsTypeId="urn:microsoft.com/office/officeart/2005/8/quickstyle/simple4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5C9B098A-B656-445F-8B20-4748A7259D90}">
      <dgm:prSet/>
      <dgm:spPr/>
      <dgm:t>
        <a:bodyPr/>
        <a:lstStyle/>
        <a:p>
          <a:r>
            <a:rPr lang="en-US"/>
            <a:t>Ensembles &amp; lois ✔ ; Fonctions ✔ ; Dénombrement ✔ ; Équivalences ✔</a:t>
          </a:r>
        </a:p>
      </dgm:t>
    </dgm:pt>
    <dgm:pt modelId="{FBA958C6-2306-47BE-A8F7-4B56913C41E0}" type="parTrans" cxnId="{3969A6C9-54C2-4652-88CC-00590B09AC5C}">
      <dgm:prSet/>
      <dgm:spPr/>
      <dgm:t>
        <a:bodyPr/>
        <a:lstStyle/>
        <a:p>
          <a:endParaRPr lang="en-US"/>
        </a:p>
      </dgm:t>
    </dgm:pt>
    <dgm:pt modelId="{91E34046-6C7E-4F6B-8BEC-237841D395CD}" type="sibTrans" cxnId="{3969A6C9-54C2-4652-88CC-00590B09AC5C}">
      <dgm:prSet/>
      <dgm:spPr/>
      <dgm:t>
        <a:bodyPr/>
        <a:lstStyle/>
        <a:p>
          <a:endParaRPr lang="en-US"/>
        </a:p>
      </dgm:t>
    </dgm:pt>
    <dgm:pt modelId="{8AE18891-A373-48DA-95F7-A85BF000B59F}">
      <dgm:prSet/>
      <dgm:spPr/>
      <dgm:t>
        <a:bodyPr/>
        <a:lstStyle/>
        <a:p>
          <a:r>
            <a:rPr lang="en-US" dirty="0"/>
            <a:t>→ Prochain </a:t>
          </a:r>
          <a:r>
            <a:rPr lang="en-US" dirty="0" err="1"/>
            <a:t>chapitre</a:t>
          </a:r>
          <a:r>
            <a:rPr lang="en-US" dirty="0"/>
            <a:t> : </a:t>
          </a:r>
          <a:r>
            <a:rPr lang="en-US" dirty="0" err="1"/>
            <a:t>combinatoire</a:t>
          </a:r>
          <a:r>
            <a:rPr lang="en-US" dirty="0"/>
            <a:t>/</a:t>
          </a:r>
          <a:r>
            <a:rPr lang="en-US" dirty="0" err="1"/>
            <a:t>probabilité</a:t>
          </a:r>
          <a:r>
            <a:rPr lang="en-US" dirty="0"/>
            <a:t> </a:t>
          </a:r>
          <a:r>
            <a:rPr lang="en-US" dirty="0" err="1"/>
            <a:t>discrète</a:t>
          </a:r>
          <a:r>
            <a:rPr lang="en-US" dirty="0"/>
            <a:t> </a:t>
          </a:r>
          <a:r>
            <a:rPr lang="en-US" dirty="0" err="1"/>
            <a:t>ou</a:t>
          </a:r>
          <a:r>
            <a:rPr lang="en-US" dirty="0"/>
            <a:t> </a:t>
          </a:r>
          <a:r>
            <a:rPr lang="en-US" dirty="0" err="1"/>
            <a:t>approfondissements</a:t>
          </a:r>
          <a:endParaRPr lang="en-US" dirty="0"/>
        </a:p>
      </dgm:t>
    </dgm:pt>
    <dgm:pt modelId="{8D74F2B6-8331-40F9-99A8-F320EA80D8ED}" type="parTrans" cxnId="{FA7AC534-42E3-43FB-AB47-D1AD7EEC5447}">
      <dgm:prSet/>
      <dgm:spPr/>
      <dgm:t>
        <a:bodyPr/>
        <a:lstStyle/>
        <a:p>
          <a:endParaRPr lang="en-US"/>
        </a:p>
      </dgm:t>
    </dgm:pt>
    <dgm:pt modelId="{3C85FE55-C17B-483D-B5FD-B786DA363ACB}" type="sibTrans" cxnId="{FA7AC534-42E3-43FB-AB47-D1AD7EEC5447}">
      <dgm:prSet/>
      <dgm:spPr/>
      <dgm:t>
        <a:bodyPr/>
        <a:lstStyle/>
        <a:p>
          <a:endParaRPr lang="en-US"/>
        </a:p>
      </dgm:t>
    </dgm:pt>
    <dgm:pt modelId="{02ADB0C2-08D5-407C-9D55-57FD98BF0FE5}" type="pres">
      <dgm:prSet presAssocID="{3E8ACB54-DFED-41DE-9C3D-942E6B6D2693}" presName="vert0" presStyleCnt="0">
        <dgm:presLayoutVars>
          <dgm:dir/>
          <dgm:animOne val="branch"/>
          <dgm:animLvl val="lvl"/>
        </dgm:presLayoutVars>
      </dgm:prSet>
      <dgm:spPr/>
    </dgm:pt>
    <dgm:pt modelId="{FB1F425D-BA68-4A84-AAA7-1D1A96072C67}" type="pres">
      <dgm:prSet presAssocID="{5C9B098A-B656-445F-8B20-4748A7259D90}" presName="thickLine" presStyleLbl="alignNode1" presStyleIdx="0" presStyleCnt="2"/>
      <dgm:spPr/>
    </dgm:pt>
    <dgm:pt modelId="{A2E3036A-2EA1-46D0-B180-75076C50CA26}" type="pres">
      <dgm:prSet presAssocID="{5C9B098A-B656-445F-8B20-4748A7259D90}" presName="horz1" presStyleCnt="0"/>
      <dgm:spPr/>
    </dgm:pt>
    <dgm:pt modelId="{AEB4327C-5897-41C1-B52E-28E3EE7ABE4D}" type="pres">
      <dgm:prSet presAssocID="{5C9B098A-B656-445F-8B20-4748A7259D90}" presName="tx1" presStyleLbl="revTx" presStyleIdx="0" presStyleCnt="2"/>
      <dgm:spPr/>
    </dgm:pt>
    <dgm:pt modelId="{BECF1C90-D86A-4FF8-994A-4AA1C5C2A72A}" type="pres">
      <dgm:prSet presAssocID="{5C9B098A-B656-445F-8B20-4748A7259D90}" presName="vert1" presStyleCnt="0"/>
      <dgm:spPr/>
    </dgm:pt>
    <dgm:pt modelId="{0EE954BA-A27B-47C3-A04C-B7BE2AE7CA1D}" type="pres">
      <dgm:prSet presAssocID="{8AE18891-A373-48DA-95F7-A85BF000B59F}" presName="thickLine" presStyleLbl="alignNode1" presStyleIdx="1" presStyleCnt="2"/>
      <dgm:spPr/>
    </dgm:pt>
    <dgm:pt modelId="{A4D80169-2AD1-4968-83B6-755389332AA6}" type="pres">
      <dgm:prSet presAssocID="{8AE18891-A373-48DA-95F7-A85BF000B59F}" presName="horz1" presStyleCnt="0"/>
      <dgm:spPr/>
    </dgm:pt>
    <dgm:pt modelId="{B46B1223-BFD5-43FD-8716-FA215CD2EC17}" type="pres">
      <dgm:prSet presAssocID="{8AE18891-A373-48DA-95F7-A85BF000B59F}" presName="tx1" presStyleLbl="revTx" presStyleIdx="1" presStyleCnt="2"/>
      <dgm:spPr/>
    </dgm:pt>
    <dgm:pt modelId="{30A2BCDF-379C-4713-9DE2-005EE71A856D}" type="pres">
      <dgm:prSet presAssocID="{8AE18891-A373-48DA-95F7-A85BF000B59F}" presName="vert1" presStyleCnt="0"/>
      <dgm:spPr/>
    </dgm:pt>
  </dgm:ptLst>
  <dgm:cxnLst>
    <dgm:cxn modelId="{FA7AC534-42E3-43FB-AB47-D1AD7EEC5447}" srcId="{3E8ACB54-DFED-41DE-9C3D-942E6B6D2693}" destId="{8AE18891-A373-48DA-95F7-A85BF000B59F}" srcOrd="1" destOrd="0" parTransId="{8D74F2B6-8331-40F9-99A8-F320EA80D8ED}" sibTransId="{3C85FE55-C17B-483D-B5FD-B786DA363ACB}"/>
    <dgm:cxn modelId="{842D795F-3405-456B-B193-9D29B04973BF}" type="presOf" srcId="{5C9B098A-B656-445F-8B20-4748A7259D90}" destId="{AEB4327C-5897-41C1-B52E-28E3EE7ABE4D}" srcOrd="0" destOrd="0" presId="urn:microsoft.com/office/officeart/2008/layout/LinedList"/>
    <dgm:cxn modelId="{35CBF54A-3710-498B-A2E7-AB8887BAEFE4}" type="presOf" srcId="{8AE18891-A373-48DA-95F7-A85BF000B59F}" destId="{B46B1223-BFD5-43FD-8716-FA215CD2EC17}" srcOrd="0" destOrd="0" presId="urn:microsoft.com/office/officeart/2008/layout/LinedList"/>
    <dgm:cxn modelId="{3969A6C9-54C2-4652-88CC-00590B09AC5C}" srcId="{3E8ACB54-DFED-41DE-9C3D-942E6B6D2693}" destId="{5C9B098A-B656-445F-8B20-4748A7259D90}" srcOrd="0" destOrd="0" parTransId="{FBA958C6-2306-47BE-A8F7-4B56913C41E0}" sibTransId="{91E34046-6C7E-4F6B-8BEC-237841D395CD}"/>
    <dgm:cxn modelId="{355EA7F0-0448-45C2-9623-BF470C2FD7D8}" type="presOf" srcId="{3E8ACB54-DFED-41DE-9C3D-942E6B6D2693}" destId="{02ADB0C2-08D5-407C-9D55-57FD98BF0FE5}" srcOrd="0" destOrd="0" presId="urn:microsoft.com/office/officeart/2008/layout/LinedList"/>
    <dgm:cxn modelId="{151CFC2A-A736-415A-9B66-ADF9A6D20B28}" type="presParOf" srcId="{02ADB0C2-08D5-407C-9D55-57FD98BF0FE5}" destId="{FB1F425D-BA68-4A84-AAA7-1D1A96072C67}" srcOrd="0" destOrd="0" presId="urn:microsoft.com/office/officeart/2008/layout/LinedList"/>
    <dgm:cxn modelId="{3DA31C28-DD1F-4140-83BB-8B5BA3A492D8}" type="presParOf" srcId="{02ADB0C2-08D5-407C-9D55-57FD98BF0FE5}" destId="{A2E3036A-2EA1-46D0-B180-75076C50CA26}" srcOrd="1" destOrd="0" presId="urn:microsoft.com/office/officeart/2008/layout/LinedList"/>
    <dgm:cxn modelId="{757D142D-3082-464A-A9F4-4CFE49A549A3}" type="presParOf" srcId="{A2E3036A-2EA1-46D0-B180-75076C50CA26}" destId="{AEB4327C-5897-41C1-B52E-28E3EE7ABE4D}" srcOrd="0" destOrd="0" presId="urn:microsoft.com/office/officeart/2008/layout/LinedList"/>
    <dgm:cxn modelId="{33D915A4-4542-4971-BDA1-CE4B45F576D1}" type="presParOf" srcId="{A2E3036A-2EA1-46D0-B180-75076C50CA26}" destId="{BECF1C90-D86A-4FF8-994A-4AA1C5C2A72A}" srcOrd="1" destOrd="0" presId="urn:microsoft.com/office/officeart/2008/layout/LinedList"/>
    <dgm:cxn modelId="{46E5B30D-E4FB-45A2-86A9-F90844321CA4}" type="presParOf" srcId="{02ADB0C2-08D5-407C-9D55-57FD98BF0FE5}" destId="{0EE954BA-A27B-47C3-A04C-B7BE2AE7CA1D}" srcOrd="2" destOrd="0" presId="urn:microsoft.com/office/officeart/2008/layout/LinedList"/>
    <dgm:cxn modelId="{A6ACD835-FECB-4CB1-B24F-B589FD46F480}" type="presParOf" srcId="{02ADB0C2-08D5-407C-9D55-57FD98BF0FE5}" destId="{A4D80169-2AD1-4968-83B6-755389332AA6}" srcOrd="3" destOrd="0" presId="urn:microsoft.com/office/officeart/2008/layout/LinedList"/>
    <dgm:cxn modelId="{BC9C8F92-4A09-471D-98E9-463FE2BC56E5}" type="presParOf" srcId="{A4D80169-2AD1-4968-83B6-755389332AA6}" destId="{B46B1223-BFD5-43FD-8716-FA215CD2EC17}" srcOrd="0" destOrd="0" presId="urn:microsoft.com/office/officeart/2008/layout/LinedList"/>
    <dgm:cxn modelId="{6E02430E-AA8C-4035-BDC8-1987AE96995A}" type="presParOf" srcId="{A4D80169-2AD1-4968-83B6-755389332AA6}" destId="{30A2BCDF-379C-4713-9DE2-005EE71A856D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2765F64-8E9D-4BC0-A17A-A2CF56CE03D3}">
      <dsp:nvSpPr>
        <dsp:cNvPr id="0" name=""/>
        <dsp:cNvSpPr/>
      </dsp:nvSpPr>
      <dsp:spPr>
        <a:xfrm>
          <a:off x="0" y="101631"/>
          <a:ext cx="5000124" cy="839109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Manipuler inclusion, union, intersection, complémentaire et produit cartésien</a:t>
          </a:r>
        </a:p>
      </dsp:txBody>
      <dsp:txXfrm>
        <a:off x="40962" y="142593"/>
        <a:ext cx="4918200" cy="757185"/>
      </dsp:txXfrm>
    </dsp:sp>
    <dsp:sp modelId="{13A1184A-BC3F-4830-9C7A-A7D80F947557}">
      <dsp:nvSpPr>
        <dsp:cNvPr id="0" name=""/>
        <dsp:cNvSpPr/>
      </dsp:nvSpPr>
      <dsp:spPr>
        <a:xfrm>
          <a:off x="0" y="983941"/>
          <a:ext cx="5000124" cy="839109"/>
        </a:xfrm>
        <a:prstGeom prst="roundRect">
          <a:avLst/>
        </a:prstGeom>
        <a:gradFill rotWithShape="0">
          <a:gsLst>
            <a:gs pos="0">
              <a:schemeClr val="accent5">
                <a:hueOff val="-1986775"/>
                <a:satOff val="7962"/>
                <a:lumOff val="1726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1986775"/>
                <a:satOff val="7962"/>
                <a:lumOff val="1726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Comprendre image directe et image réciproque d’un ensemble par une application</a:t>
          </a:r>
        </a:p>
      </dsp:txBody>
      <dsp:txXfrm>
        <a:off x="40962" y="1024903"/>
        <a:ext cx="4918200" cy="757185"/>
      </dsp:txXfrm>
    </dsp:sp>
    <dsp:sp modelId="{04D0801C-9FEE-4E09-A3C3-2EC88C73AF90}">
      <dsp:nvSpPr>
        <dsp:cNvPr id="0" name=""/>
        <dsp:cNvSpPr/>
      </dsp:nvSpPr>
      <dsp:spPr>
        <a:xfrm>
          <a:off x="0" y="1866250"/>
          <a:ext cx="5000124" cy="839109"/>
        </a:xfrm>
        <a:prstGeom prst="roundRect">
          <a:avLst/>
        </a:prstGeom>
        <a:gradFill rotWithShape="0">
          <a:gsLst>
            <a:gs pos="0">
              <a:schemeClr val="accent5">
                <a:hueOff val="-3973551"/>
                <a:satOff val="15924"/>
                <a:lumOff val="3451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3973551"/>
                <a:satOff val="15924"/>
                <a:lumOff val="3451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Distinguer injection, surjection, bijection et savoir les reconnaître</a:t>
          </a:r>
        </a:p>
      </dsp:txBody>
      <dsp:txXfrm>
        <a:off x="40962" y="1907212"/>
        <a:ext cx="4918200" cy="757185"/>
      </dsp:txXfrm>
    </dsp:sp>
    <dsp:sp modelId="{17C03510-6C1D-4319-B443-09A6CC0EDC7C}">
      <dsp:nvSpPr>
        <dsp:cNvPr id="0" name=""/>
        <dsp:cNvSpPr/>
      </dsp:nvSpPr>
      <dsp:spPr>
        <a:xfrm>
          <a:off x="0" y="2748560"/>
          <a:ext cx="5000124" cy="839109"/>
        </a:xfrm>
        <a:prstGeom prst="roundRect">
          <a:avLst/>
        </a:prstGeom>
        <a:gradFill rotWithShape="0">
          <a:gsLst>
            <a:gs pos="0">
              <a:schemeClr val="accent5">
                <a:hueOff val="-5960326"/>
                <a:satOff val="23887"/>
                <a:lumOff val="5177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5960326"/>
                <a:satOff val="23887"/>
                <a:lumOff val="5177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Relier bijection ↔ inverse, et utiliser la composition</a:t>
          </a:r>
        </a:p>
      </dsp:txBody>
      <dsp:txXfrm>
        <a:off x="40962" y="2789522"/>
        <a:ext cx="4918200" cy="757185"/>
      </dsp:txXfrm>
    </dsp:sp>
    <dsp:sp modelId="{F99B335F-C3D4-433D-AB89-AB7A18719A36}">
      <dsp:nvSpPr>
        <dsp:cNvPr id="0" name=""/>
        <dsp:cNvSpPr/>
      </dsp:nvSpPr>
      <dsp:spPr>
        <a:xfrm>
          <a:off x="0" y="3630869"/>
          <a:ext cx="5000124" cy="839109"/>
        </a:xfrm>
        <a:prstGeom prst="roundRect">
          <a:avLst/>
        </a:prstGeom>
        <a:gradFill rotWithShape="0">
          <a:gsLst>
            <a:gs pos="0">
              <a:schemeClr val="accent5">
                <a:hueOff val="-7947101"/>
                <a:satOff val="31849"/>
                <a:lumOff val="6902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7947101"/>
                <a:satOff val="31849"/>
                <a:lumOff val="6902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Compter : cardinal, nombre d’applications/injections/bijections, parties (coefficients binomiaux)</a:t>
          </a:r>
        </a:p>
      </dsp:txBody>
      <dsp:txXfrm>
        <a:off x="40962" y="3671831"/>
        <a:ext cx="4918200" cy="757185"/>
      </dsp:txXfrm>
    </dsp:sp>
    <dsp:sp modelId="{44A40F2F-CC28-4FB8-AEE4-7DB01A242808}">
      <dsp:nvSpPr>
        <dsp:cNvPr id="0" name=""/>
        <dsp:cNvSpPr/>
      </dsp:nvSpPr>
      <dsp:spPr>
        <a:xfrm>
          <a:off x="0" y="4513178"/>
          <a:ext cx="5000124" cy="839109"/>
        </a:xfrm>
        <a:prstGeom prst="roundRect">
          <a:avLst/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Identifier une relation d’équivalence et ses classes (ex. Z/nZ)</a:t>
          </a:r>
        </a:p>
      </dsp:txBody>
      <dsp:txXfrm>
        <a:off x="40962" y="4554140"/>
        <a:ext cx="4918200" cy="75718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FBA6155-455F-476E-9CF5-51FE8DA30E1A}">
      <dsp:nvSpPr>
        <dsp:cNvPr id="0" name=""/>
        <dsp:cNvSpPr/>
      </dsp:nvSpPr>
      <dsp:spPr>
        <a:xfrm>
          <a:off x="0" y="336740"/>
          <a:ext cx="5000124" cy="1539719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L’« ensemble de tous les ensembles » mène à une contradiction</a:t>
          </a:r>
        </a:p>
      </dsp:txBody>
      <dsp:txXfrm>
        <a:off x="75163" y="411903"/>
        <a:ext cx="4849798" cy="1389393"/>
      </dsp:txXfrm>
    </dsp:sp>
    <dsp:sp modelId="{44B8D685-B8F2-42A6-8C96-A1D7DC49DCBC}">
      <dsp:nvSpPr>
        <dsp:cNvPr id="0" name=""/>
        <dsp:cNvSpPr/>
      </dsp:nvSpPr>
      <dsp:spPr>
        <a:xfrm>
          <a:off x="0" y="1957100"/>
          <a:ext cx="5000124" cy="1539719"/>
        </a:xfrm>
        <a:prstGeom prst="roundRect">
          <a:avLst/>
        </a:prstGeom>
        <a:gradFill rotWithShape="0">
          <a:gsLst>
            <a:gs pos="0">
              <a:schemeClr val="accent5">
                <a:hueOff val="-4966938"/>
                <a:satOff val="19906"/>
                <a:lumOff val="4314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4966938"/>
                <a:satOff val="19906"/>
                <a:lumOff val="4314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Construire F = {E ∈ E | E ∉ E} et demander “F ∈ F ?” → impossible</a:t>
          </a:r>
        </a:p>
      </dsp:txBody>
      <dsp:txXfrm>
        <a:off x="75163" y="2032263"/>
        <a:ext cx="4849798" cy="1389393"/>
      </dsp:txXfrm>
    </dsp:sp>
    <dsp:sp modelId="{A2CC1994-ACAC-41B2-8EF2-A294EE182447}">
      <dsp:nvSpPr>
        <dsp:cNvPr id="0" name=""/>
        <dsp:cNvSpPr/>
      </dsp:nvSpPr>
      <dsp:spPr>
        <a:xfrm>
          <a:off x="0" y="3577460"/>
          <a:ext cx="5000124" cy="1539719"/>
        </a:xfrm>
        <a:prstGeom prst="roundRect">
          <a:avLst/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On travaille avec des définitions sûres ; objectif = manipuler des ensembles concrets</a:t>
          </a:r>
        </a:p>
      </dsp:txBody>
      <dsp:txXfrm>
        <a:off x="75163" y="3652623"/>
        <a:ext cx="4849798" cy="138939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11C0FC8-2F55-4AB0-8394-4E281621242E}">
      <dsp:nvSpPr>
        <dsp:cNvPr id="0" name=""/>
        <dsp:cNvSpPr/>
      </dsp:nvSpPr>
      <dsp:spPr>
        <a:xfrm>
          <a:off x="0" y="360140"/>
          <a:ext cx="5000124" cy="2079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8065" tIns="499872" rIns="388065" bIns="170688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/>
            <a:t>Énumération : {0,1}, {rouge,noir}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/>
            <a:t>Compréhension : { x∈R | |x−2|&lt;1 }</a:t>
          </a:r>
        </a:p>
      </dsp:txBody>
      <dsp:txXfrm>
        <a:off x="0" y="360140"/>
        <a:ext cx="5000124" cy="2079000"/>
      </dsp:txXfrm>
    </dsp:sp>
    <dsp:sp modelId="{F6E685C4-BC24-4FD1-9C9A-1853B8CDEBF5}">
      <dsp:nvSpPr>
        <dsp:cNvPr id="0" name=""/>
        <dsp:cNvSpPr/>
      </dsp:nvSpPr>
      <dsp:spPr>
        <a:xfrm>
          <a:off x="250006" y="5900"/>
          <a:ext cx="3500086" cy="70848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2295" tIns="0" rIns="132295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Deux manières</a:t>
          </a:r>
        </a:p>
      </dsp:txBody>
      <dsp:txXfrm>
        <a:off x="284591" y="40485"/>
        <a:ext cx="3430916" cy="639310"/>
      </dsp:txXfrm>
    </dsp:sp>
    <dsp:sp modelId="{881993C3-EE60-4C13-9890-EF8EE4A9D343}">
      <dsp:nvSpPr>
        <dsp:cNvPr id="0" name=""/>
        <dsp:cNvSpPr/>
      </dsp:nvSpPr>
      <dsp:spPr>
        <a:xfrm>
          <a:off x="0" y="2922980"/>
          <a:ext cx="5000124" cy="1020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2340759"/>
              <a:satOff val="-2919"/>
              <a:lumOff val="686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8065" tIns="499872" rIns="388065" bIns="170688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/>
            <a:t>∅ ne contient aucun élément</a:t>
          </a:r>
        </a:p>
      </dsp:txBody>
      <dsp:txXfrm>
        <a:off x="0" y="2922980"/>
        <a:ext cx="5000124" cy="1020600"/>
      </dsp:txXfrm>
    </dsp:sp>
    <dsp:sp modelId="{F821F427-E22C-4733-BD5B-5A332A641C23}">
      <dsp:nvSpPr>
        <dsp:cNvPr id="0" name=""/>
        <dsp:cNvSpPr/>
      </dsp:nvSpPr>
      <dsp:spPr>
        <a:xfrm>
          <a:off x="250006" y="2568740"/>
          <a:ext cx="3500086" cy="708480"/>
        </a:xfrm>
        <a:prstGeom prst="roundRect">
          <a:avLst/>
        </a:prstGeom>
        <a:gradFill rotWithShape="0">
          <a:gsLst>
            <a:gs pos="0">
              <a:schemeClr val="accent2">
                <a:hueOff val="2340759"/>
                <a:satOff val="-2919"/>
                <a:lumOff val="686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2340759"/>
                <a:satOff val="-2919"/>
                <a:lumOff val="686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2295" tIns="0" rIns="132295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Ensemble vide</a:t>
          </a:r>
        </a:p>
      </dsp:txBody>
      <dsp:txXfrm>
        <a:off x="284591" y="2603325"/>
        <a:ext cx="3430916" cy="639310"/>
      </dsp:txXfrm>
    </dsp:sp>
    <dsp:sp modelId="{BC010ACD-631B-43AC-9557-3D9271A2C375}">
      <dsp:nvSpPr>
        <dsp:cNvPr id="0" name=""/>
        <dsp:cNvSpPr/>
      </dsp:nvSpPr>
      <dsp:spPr>
        <a:xfrm>
          <a:off x="0" y="4427420"/>
          <a:ext cx="5000124" cy="1020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4681519"/>
              <a:satOff val="-5839"/>
              <a:lumOff val="1373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8065" tIns="499872" rIns="388065" bIns="170688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/>
            <a:t>x ∈ E (ou x ∉ E)</a:t>
          </a:r>
        </a:p>
      </dsp:txBody>
      <dsp:txXfrm>
        <a:off x="0" y="4427420"/>
        <a:ext cx="5000124" cy="1020600"/>
      </dsp:txXfrm>
    </dsp:sp>
    <dsp:sp modelId="{0E5BB2FA-1257-4649-BEC2-D22408D281B4}">
      <dsp:nvSpPr>
        <dsp:cNvPr id="0" name=""/>
        <dsp:cNvSpPr/>
      </dsp:nvSpPr>
      <dsp:spPr>
        <a:xfrm>
          <a:off x="250006" y="4073180"/>
          <a:ext cx="3500086" cy="708480"/>
        </a:xfrm>
        <a:prstGeom prst="roundRect">
          <a:avLst/>
        </a:prstGeom>
        <a:gradFill rotWithShape="0">
          <a:gsLst>
            <a:gs pos="0">
              <a:schemeClr val="accent2">
                <a:hueOff val="4681519"/>
                <a:satOff val="-5839"/>
                <a:lumOff val="1373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4681519"/>
                <a:satOff val="-5839"/>
                <a:lumOff val="1373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2295" tIns="0" rIns="132295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Appartenance</a:t>
          </a:r>
        </a:p>
      </dsp:txBody>
      <dsp:txXfrm>
        <a:off x="284591" y="4107765"/>
        <a:ext cx="3430916" cy="63931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92EFB5F-D320-48F3-A491-73ACFAF5CED2}">
      <dsp:nvSpPr>
        <dsp:cNvPr id="0" name=""/>
        <dsp:cNvSpPr/>
      </dsp:nvSpPr>
      <dsp:spPr>
        <a:xfrm>
          <a:off x="0" y="40847"/>
          <a:ext cx="5000124" cy="1708181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/>
            <a:t>E ⊂ F ⇔ ∀x∈E (x∈F)</a:t>
          </a:r>
        </a:p>
      </dsp:txBody>
      <dsp:txXfrm>
        <a:off x="83387" y="124234"/>
        <a:ext cx="4833350" cy="1541407"/>
      </dsp:txXfrm>
    </dsp:sp>
    <dsp:sp modelId="{455AAE8F-9CFD-4114-88F2-368EB802A056}">
      <dsp:nvSpPr>
        <dsp:cNvPr id="0" name=""/>
        <dsp:cNvSpPr/>
      </dsp:nvSpPr>
      <dsp:spPr>
        <a:xfrm>
          <a:off x="0" y="1872869"/>
          <a:ext cx="5000124" cy="1708181"/>
        </a:xfrm>
        <a:prstGeom prst="roundRect">
          <a:avLst/>
        </a:prstGeom>
        <a:gradFill rotWithShape="0">
          <a:gsLst>
            <a:gs pos="0">
              <a:schemeClr val="accent2">
                <a:hueOff val="2340759"/>
                <a:satOff val="-2919"/>
                <a:lumOff val="686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2340759"/>
                <a:satOff val="-2919"/>
                <a:lumOff val="686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/>
            <a:t>E = F ⇔ (E ⊂ F et F ⊂ E)</a:t>
          </a:r>
        </a:p>
      </dsp:txBody>
      <dsp:txXfrm>
        <a:off x="83387" y="1956256"/>
        <a:ext cx="4833350" cy="1541407"/>
      </dsp:txXfrm>
    </dsp:sp>
    <dsp:sp modelId="{72A013F0-9B9A-4E56-B05E-C5664068CD8A}">
      <dsp:nvSpPr>
        <dsp:cNvPr id="0" name=""/>
        <dsp:cNvSpPr/>
      </dsp:nvSpPr>
      <dsp:spPr>
        <a:xfrm>
          <a:off x="0" y="3704890"/>
          <a:ext cx="5000124" cy="1708181"/>
        </a:xfrm>
        <a:prstGeom prst="roundRect">
          <a:avLst/>
        </a:prstGeom>
        <a:gradFill rotWithShape="0">
          <a:gsLst>
            <a:gs pos="0">
              <a:schemeClr val="accent2">
                <a:hueOff val="4681519"/>
                <a:satOff val="-5839"/>
                <a:lumOff val="1373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4681519"/>
                <a:satOff val="-5839"/>
                <a:lumOff val="1373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/>
            <a:t>Ensemble des parties P(E)</a:t>
          </a:r>
        </a:p>
      </dsp:txBody>
      <dsp:txXfrm>
        <a:off x="83387" y="3788277"/>
        <a:ext cx="4833350" cy="154140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5FDF465-E876-469C-AC3D-ECEB86AEFBEF}">
      <dsp:nvSpPr>
        <dsp:cNvPr id="0" name=""/>
        <dsp:cNvSpPr/>
      </dsp:nvSpPr>
      <dsp:spPr>
        <a:xfrm>
          <a:off x="0" y="468274"/>
          <a:ext cx="5000124" cy="15309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8065" tIns="562356" rIns="388065" bIns="192024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/>
            <a:t>A∪B = {x | x∈A ou x∈B} (OU inclusif)</a:t>
          </a:r>
        </a:p>
      </dsp:txBody>
      <dsp:txXfrm>
        <a:off x="0" y="468274"/>
        <a:ext cx="5000124" cy="1530900"/>
      </dsp:txXfrm>
    </dsp:sp>
    <dsp:sp modelId="{E2F6DA39-5600-4C75-9488-339E7ACBE524}">
      <dsp:nvSpPr>
        <dsp:cNvPr id="0" name=""/>
        <dsp:cNvSpPr/>
      </dsp:nvSpPr>
      <dsp:spPr>
        <a:xfrm>
          <a:off x="250006" y="69754"/>
          <a:ext cx="3500086" cy="79704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2295" tIns="0" rIns="132295" bIns="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Union</a:t>
          </a:r>
        </a:p>
      </dsp:txBody>
      <dsp:txXfrm>
        <a:off x="288914" y="108662"/>
        <a:ext cx="3422270" cy="719224"/>
      </dsp:txXfrm>
    </dsp:sp>
    <dsp:sp modelId="{1B7B8DC8-B659-49AE-801E-946590E504A2}">
      <dsp:nvSpPr>
        <dsp:cNvPr id="0" name=""/>
        <dsp:cNvSpPr/>
      </dsp:nvSpPr>
      <dsp:spPr>
        <a:xfrm>
          <a:off x="0" y="2543495"/>
          <a:ext cx="5000124" cy="11481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2340759"/>
              <a:satOff val="-2919"/>
              <a:lumOff val="686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8065" tIns="562356" rIns="388065" bIns="192024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/>
            <a:t>A∩B = {x | x∈A et x∈B}</a:t>
          </a:r>
        </a:p>
      </dsp:txBody>
      <dsp:txXfrm>
        <a:off x="0" y="2543495"/>
        <a:ext cx="5000124" cy="1148175"/>
      </dsp:txXfrm>
    </dsp:sp>
    <dsp:sp modelId="{90611197-33AB-4FEB-92E7-C1AC8FDD9AB7}">
      <dsp:nvSpPr>
        <dsp:cNvPr id="0" name=""/>
        <dsp:cNvSpPr/>
      </dsp:nvSpPr>
      <dsp:spPr>
        <a:xfrm>
          <a:off x="250006" y="2144975"/>
          <a:ext cx="3500086" cy="797040"/>
        </a:xfrm>
        <a:prstGeom prst="roundRect">
          <a:avLst/>
        </a:prstGeom>
        <a:gradFill rotWithShape="0">
          <a:gsLst>
            <a:gs pos="0">
              <a:schemeClr val="accent2">
                <a:hueOff val="2340759"/>
                <a:satOff val="-2919"/>
                <a:lumOff val="686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2340759"/>
                <a:satOff val="-2919"/>
                <a:lumOff val="686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2295" tIns="0" rIns="132295" bIns="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Intersection</a:t>
          </a:r>
        </a:p>
      </dsp:txBody>
      <dsp:txXfrm>
        <a:off x="288914" y="2183883"/>
        <a:ext cx="3422270" cy="719224"/>
      </dsp:txXfrm>
    </dsp:sp>
    <dsp:sp modelId="{AB9FAEEE-1A1D-46AA-9C9C-BAD5DFFB11B7}">
      <dsp:nvSpPr>
        <dsp:cNvPr id="0" name=""/>
        <dsp:cNvSpPr/>
      </dsp:nvSpPr>
      <dsp:spPr>
        <a:xfrm>
          <a:off x="0" y="4235989"/>
          <a:ext cx="5000124" cy="11481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4681519"/>
              <a:satOff val="-5839"/>
              <a:lumOff val="1373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8065" tIns="562356" rIns="388065" bIns="192024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/>
            <a:t>E\A = {x∈E | x∉A}</a:t>
          </a:r>
        </a:p>
      </dsp:txBody>
      <dsp:txXfrm>
        <a:off x="0" y="4235989"/>
        <a:ext cx="5000124" cy="1148175"/>
      </dsp:txXfrm>
    </dsp:sp>
    <dsp:sp modelId="{4EA278DA-2512-43B9-A009-CCD83CDA8B98}">
      <dsp:nvSpPr>
        <dsp:cNvPr id="0" name=""/>
        <dsp:cNvSpPr/>
      </dsp:nvSpPr>
      <dsp:spPr>
        <a:xfrm>
          <a:off x="250006" y="3837470"/>
          <a:ext cx="3500086" cy="797040"/>
        </a:xfrm>
        <a:prstGeom prst="roundRect">
          <a:avLst/>
        </a:prstGeom>
        <a:gradFill rotWithShape="0">
          <a:gsLst>
            <a:gs pos="0">
              <a:schemeClr val="accent2">
                <a:hueOff val="4681519"/>
                <a:satOff val="-5839"/>
                <a:lumOff val="1373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4681519"/>
                <a:satOff val="-5839"/>
                <a:lumOff val="1373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2295" tIns="0" rIns="132295" bIns="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Complémentaire</a:t>
          </a:r>
        </a:p>
      </dsp:txBody>
      <dsp:txXfrm>
        <a:off x="288914" y="3876378"/>
        <a:ext cx="3422270" cy="71922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1F8FCC-947F-49F9-94F7-890C36149D12}">
      <dsp:nvSpPr>
        <dsp:cNvPr id="0" name=""/>
        <dsp:cNvSpPr/>
      </dsp:nvSpPr>
      <dsp:spPr>
        <a:xfrm>
          <a:off x="0" y="80644"/>
          <a:ext cx="5000124" cy="170469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Commutativité, associativité, neutres/absorbants</a:t>
          </a:r>
        </a:p>
      </dsp:txBody>
      <dsp:txXfrm>
        <a:off x="83216" y="163860"/>
        <a:ext cx="4833692" cy="1538258"/>
      </dsp:txXfrm>
    </dsp:sp>
    <dsp:sp modelId="{0F460932-E312-4C22-8E46-CE93D2CB8EA6}">
      <dsp:nvSpPr>
        <dsp:cNvPr id="0" name=""/>
        <dsp:cNvSpPr/>
      </dsp:nvSpPr>
      <dsp:spPr>
        <a:xfrm>
          <a:off x="0" y="1874614"/>
          <a:ext cx="5000124" cy="1704690"/>
        </a:xfrm>
        <a:prstGeom prst="roundRect">
          <a:avLst/>
        </a:prstGeom>
        <a:gradFill rotWithShape="0">
          <a:gsLst>
            <a:gs pos="0">
              <a:schemeClr val="accent5">
                <a:hueOff val="-4966938"/>
                <a:satOff val="19906"/>
                <a:lumOff val="4314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4966938"/>
                <a:satOff val="19906"/>
                <a:lumOff val="4314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Distributivité : A∩(B∪C)=(A∩B)∪(A∩C) ; A∪(B∩C)=(A∪B)∩(A∪C)</a:t>
          </a:r>
        </a:p>
      </dsp:txBody>
      <dsp:txXfrm>
        <a:off x="83216" y="1957830"/>
        <a:ext cx="4833692" cy="1538258"/>
      </dsp:txXfrm>
    </dsp:sp>
    <dsp:sp modelId="{3393D2BD-6EDA-4705-A256-747BC1AF4743}">
      <dsp:nvSpPr>
        <dsp:cNvPr id="0" name=""/>
        <dsp:cNvSpPr/>
      </dsp:nvSpPr>
      <dsp:spPr>
        <a:xfrm>
          <a:off x="0" y="3668585"/>
          <a:ext cx="5000124" cy="1704690"/>
        </a:xfrm>
        <a:prstGeom prst="roundRect">
          <a:avLst/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De Morgan : C(A∩B)=CA∪CB ; C(A∪B)=CA∩CB</a:t>
          </a:r>
        </a:p>
      </dsp:txBody>
      <dsp:txXfrm>
        <a:off x="83216" y="3751801"/>
        <a:ext cx="4833692" cy="1538258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820DD7-404B-42B7-A184-3383CAEE90A4}">
      <dsp:nvSpPr>
        <dsp:cNvPr id="0" name=""/>
        <dsp:cNvSpPr/>
      </dsp:nvSpPr>
      <dsp:spPr>
        <a:xfrm>
          <a:off x="0" y="30070"/>
          <a:ext cx="5000124" cy="2629209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9070" tIns="179070" rIns="179070" bIns="179070" numCol="1" spcCol="1270" anchor="ctr" anchorCtr="0">
          <a:noAutofit/>
        </a:bodyPr>
        <a:lstStyle/>
        <a:p>
          <a:pPr marL="0" lvl="0" indent="0" algn="l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700" kern="1200"/>
            <a:t>E×F = { (x,y) | x∈E, y∈F }</a:t>
          </a:r>
        </a:p>
      </dsp:txBody>
      <dsp:txXfrm>
        <a:off x="128347" y="158417"/>
        <a:ext cx="4743430" cy="2372515"/>
      </dsp:txXfrm>
    </dsp:sp>
    <dsp:sp modelId="{E150A1BB-34E1-42E6-8D6D-6E491414D31D}">
      <dsp:nvSpPr>
        <dsp:cNvPr id="0" name=""/>
        <dsp:cNvSpPr/>
      </dsp:nvSpPr>
      <dsp:spPr>
        <a:xfrm>
          <a:off x="0" y="2794640"/>
          <a:ext cx="5000124" cy="2629209"/>
        </a:xfrm>
        <a:prstGeom prst="roundRect">
          <a:avLst/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9070" tIns="179070" rIns="179070" bIns="179070" numCol="1" spcCol="1270" anchor="ctr" anchorCtr="0">
          <a:noAutofit/>
        </a:bodyPr>
        <a:lstStyle/>
        <a:p>
          <a:pPr marL="0" lvl="0" indent="0" algn="l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700" kern="1200"/>
            <a:t>Exemples : R²=R×R ; [0,1]×R ; [0,1]³</a:t>
          </a:r>
        </a:p>
      </dsp:txBody>
      <dsp:txXfrm>
        <a:off x="128347" y="2922987"/>
        <a:ext cx="4743430" cy="2372515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9D11D14-9106-4085-93E3-653E0C942395}">
      <dsp:nvSpPr>
        <dsp:cNvPr id="0" name=""/>
        <dsp:cNvSpPr/>
      </dsp:nvSpPr>
      <dsp:spPr>
        <a:xfrm>
          <a:off x="0" y="18320"/>
          <a:ext cx="5000124" cy="2639519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f : E→F ; à x∈E associer l’unique f(x)∈F</a:t>
          </a:r>
        </a:p>
      </dsp:txBody>
      <dsp:txXfrm>
        <a:off x="128851" y="147171"/>
        <a:ext cx="4742422" cy="2381817"/>
      </dsp:txXfrm>
    </dsp:sp>
    <dsp:sp modelId="{F61EC7E4-0B3A-4F26-AD96-FA494B2779C7}">
      <dsp:nvSpPr>
        <dsp:cNvPr id="0" name=""/>
        <dsp:cNvSpPr/>
      </dsp:nvSpPr>
      <dsp:spPr>
        <a:xfrm>
          <a:off x="0" y="2796080"/>
          <a:ext cx="5000124" cy="2639519"/>
        </a:xfrm>
        <a:prstGeom prst="roundRect">
          <a:avLst/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Graphe Γ_f ⊂ E×F ; égalité f=g ⇔ ∀x f(x)=g(x)</a:t>
          </a:r>
        </a:p>
      </dsp:txBody>
      <dsp:txXfrm>
        <a:off x="128851" y="2924931"/>
        <a:ext cx="4742422" cy="2381817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2DA581F-8592-4103-B6EC-746BC0A0DE7E}">
      <dsp:nvSpPr>
        <dsp:cNvPr id="0" name=""/>
        <dsp:cNvSpPr/>
      </dsp:nvSpPr>
      <dsp:spPr>
        <a:xfrm>
          <a:off x="0" y="36440"/>
          <a:ext cx="5000124" cy="1734159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g∘f : E→G avec (g∘f)(x)=g(f(x))</a:t>
          </a:r>
        </a:p>
      </dsp:txBody>
      <dsp:txXfrm>
        <a:off x="84655" y="121095"/>
        <a:ext cx="4830814" cy="1564849"/>
      </dsp:txXfrm>
    </dsp:sp>
    <dsp:sp modelId="{E0C3444F-1859-4724-B62D-AABE34C0E68C}">
      <dsp:nvSpPr>
        <dsp:cNvPr id="0" name=""/>
        <dsp:cNvSpPr/>
      </dsp:nvSpPr>
      <dsp:spPr>
        <a:xfrm>
          <a:off x="0" y="1859880"/>
          <a:ext cx="5000124" cy="1734159"/>
        </a:xfrm>
        <a:prstGeom prst="roundRect">
          <a:avLst/>
        </a:prstGeom>
        <a:gradFill rotWithShape="0">
          <a:gsLst>
            <a:gs pos="0">
              <a:schemeClr val="accent5">
                <a:hueOff val="-4966938"/>
                <a:satOff val="19906"/>
                <a:lumOff val="4314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4966938"/>
                <a:satOff val="19906"/>
                <a:lumOff val="4314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Restriction f|_A : A→F, x↦f(x)</a:t>
          </a:r>
        </a:p>
      </dsp:txBody>
      <dsp:txXfrm>
        <a:off x="84655" y="1944535"/>
        <a:ext cx="4830814" cy="1564849"/>
      </dsp:txXfrm>
    </dsp:sp>
    <dsp:sp modelId="{5223E4F1-6F20-42D5-AA70-F8571BFC7610}">
      <dsp:nvSpPr>
        <dsp:cNvPr id="0" name=""/>
        <dsp:cNvSpPr/>
      </dsp:nvSpPr>
      <dsp:spPr>
        <a:xfrm>
          <a:off x="0" y="3683319"/>
          <a:ext cx="5000124" cy="1734159"/>
        </a:xfrm>
        <a:prstGeom prst="roundRect">
          <a:avLst/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Exemple : f(x)=1/x, g(x)=(x−1)/(x+1) ⇒ (g∘f)(x) = −g(x)</a:t>
          </a:r>
        </a:p>
      </dsp:txBody>
      <dsp:txXfrm>
        <a:off x="84655" y="3767974"/>
        <a:ext cx="4830814" cy="1564849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66333AA-7A71-438F-960A-563544705D87}">
      <dsp:nvSpPr>
        <dsp:cNvPr id="0" name=""/>
        <dsp:cNvSpPr/>
      </dsp:nvSpPr>
      <dsp:spPr>
        <a:xfrm>
          <a:off x="0" y="40027"/>
          <a:ext cx="5000124" cy="1731768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f(A) = { f(x) | x∈A } ⊂ F</a:t>
          </a:r>
        </a:p>
      </dsp:txBody>
      <dsp:txXfrm>
        <a:off x="84538" y="124565"/>
        <a:ext cx="4831048" cy="1562692"/>
      </dsp:txXfrm>
    </dsp:sp>
    <dsp:sp modelId="{3971D3B4-F2E6-449C-A0A1-81AAA2B6EC4D}">
      <dsp:nvSpPr>
        <dsp:cNvPr id="0" name=""/>
        <dsp:cNvSpPr/>
      </dsp:nvSpPr>
      <dsp:spPr>
        <a:xfrm>
          <a:off x="0" y="1861075"/>
          <a:ext cx="5000124" cy="1731768"/>
        </a:xfrm>
        <a:prstGeom prst="roundRect">
          <a:avLst/>
        </a:prstGeom>
        <a:gradFill rotWithShape="0">
          <a:gsLst>
            <a:gs pos="0">
              <a:schemeClr val="accent5">
                <a:hueOff val="-4966938"/>
                <a:satOff val="19906"/>
                <a:lumOff val="4314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4966938"/>
                <a:satOff val="19906"/>
                <a:lumOff val="4314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f⁻¹(B) = { x∈E | f(x)∈B } ⊂ E (existe toujours)</a:t>
          </a:r>
        </a:p>
      </dsp:txBody>
      <dsp:txXfrm>
        <a:off x="84538" y="1945613"/>
        <a:ext cx="4831048" cy="1562692"/>
      </dsp:txXfrm>
    </dsp:sp>
    <dsp:sp modelId="{85A03321-0C17-47FB-A5CD-9A3C4A42C097}">
      <dsp:nvSpPr>
        <dsp:cNvPr id="0" name=""/>
        <dsp:cNvSpPr/>
      </dsp:nvSpPr>
      <dsp:spPr>
        <a:xfrm>
          <a:off x="0" y="3682124"/>
          <a:ext cx="5000124" cy="1731768"/>
        </a:xfrm>
        <a:prstGeom prst="roundRect">
          <a:avLst/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f({x}) est un singleton ; f⁻¹({y}) peut être ∅, un singleton, multiple, voire E</a:t>
          </a:r>
        </a:p>
      </dsp:txBody>
      <dsp:txXfrm>
        <a:off x="84538" y="3766662"/>
        <a:ext cx="4831048" cy="1562692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9BF5E5-A260-4876-8D4E-90B8C6126A3A}">
      <dsp:nvSpPr>
        <dsp:cNvPr id="0" name=""/>
        <dsp:cNvSpPr/>
      </dsp:nvSpPr>
      <dsp:spPr>
        <a:xfrm>
          <a:off x="0" y="1078159"/>
          <a:ext cx="5000124" cy="159120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Antécédents de y : f⁻¹({y})</a:t>
          </a:r>
        </a:p>
      </dsp:txBody>
      <dsp:txXfrm>
        <a:off x="77676" y="1155835"/>
        <a:ext cx="4844772" cy="1435848"/>
      </dsp:txXfrm>
    </dsp:sp>
    <dsp:sp modelId="{25BA7053-2FE4-4741-9038-399ECF3A7777}">
      <dsp:nvSpPr>
        <dsp:cNvPr id="0" name=""/>
        <dsp:cNvSpPr/>
      </dsp:nvSpPr>
      <dsp:spPr>
        <a:xfrm>
          <a:off x="0" y="2784560"/>
          <a:ext cx="5000124" cy="1591200"/>
        </a:xfrm>
        <a:prstGeom prst="roundRect">
          <a:avLst/>
        </a:prstGeom>
        <a:gradFill rotWithShape="0">
          <a:gsLst>
            <a:gs pos="0">
              <a:schemeClr val="accent2">
                <a:hueOff val="4681519"/>
                <a:satOff val="-5839"/>
                <a:lumOff val="1373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4681519"/>
                <a:satOff val="-5839"/>
                <a:lumOff val="1373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Lien avec injectivité/surjectivité</a:t>
          </a:r>
        </a:p>
      </dsp:txBody>
      <dsp:txXfrm>
        <a:off x="77676" y="2862236"/>
        <a:ext cx="4844772" cy="1435848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946A390-0C27-4EA5-BFE6-F47D0FC4F74D}">
      <dsp:nvSpPr>
        <dsp:cNvPr id="0" name=""/>
        <dsp:cNvSpPr/>
      </dsp:nvSpPr>
      <dsp:spPr>
        <a:xfrm>
          <a:off x="0" y="379039"/>
          <a:ext cx="5000124" cy="1360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8065" tIns="499872" rIns="388065" bIns="170688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/>
            <a:t>f(x)=f(x′) ⇒ x=x′ (au plus un antécédent)</a:t>
          </a:r>
        </a:p>
      </dsp:txBody>
      <dsp:txXfrm>
        <a:off x="0" y="379039"/>
        <a:ext cx="5000124" cy="1360800"/>
      </dsp:txXfrm>
    </dsp:sp>
    <dsp:sp modelId="{12370E4B-31DE-4D9C-952A-9FFB2E8CD590}">
      <dsp:nvSpPr>
        <dsp:cNvPr id="0" name=""/>
        <dsp:cNvSpPr/>
      </dsp:nvSpPr>
      <dsp:spPr>
        <a:xfrm>
          <a:off x="250006" y="24799"/>
          <a:ext cx="3500086" cy="70848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2295" tIns="0" rIns="132295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Injective</a:t>
          </a:r>
        </a:p>
      </dsp:txBody>
      <dsp:txXfrm>
        <a:off x="284591" y="59384"/>
        <a:ext cx="3430916" cy="639310"/>
      </dsp:txXfrm>
    </dsp:sp>
    <dsp:sp modelId="{C398EE49-E8DE-4A2D-9C1B-68F3974C3673}">
      <dsp:nvSpPr>
        <dsp:cNvPr id="0" name=""/>
        <dsp:cNvSpPr/>
      </dsp:nvSpPr>
      <dsp:spPr>
        <a:xfrm>
          <a:off x="0" y="2223679"/>
          <a:ext cx="5000124" cy="1360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2340759"/>
              <a:satOff val="-2919"/>
              <a:lumOff val="686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8065" tIns="499872" rIns="388065" bIns="170688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/>
            <a:t>∀y∈F ∃x∈E : f(x)=y (au moins un antécédent)</a:t>
          </a:r>
        </a:p>
      </dsp:txBody>
      <dsp:txXfrm>
        <a:off x="0" y="2223679"/>
        <a:ext cx="5000124" cy="1360800"/>
      </dsp:txXfrm>
    </dsp:sp>
    <dsp:sp modelId="{7209DF2D-847D-4691-87F7-F92A50AD95C3}">
      <dsp:nvSpPr>
        <dsp:cNvPr id="0" name=""/>
        <dsp:cNvSpPr/>
      </dsp:nvSpPr>
      <dsp:spPr>
        <a:xfrm>
          <a:off x="250006" y="1869440"/>
          <a:ext cx="3500086" cy="708480"/>
        </a:xfrm>
        <a:prstGeom prst="roundRect">
          <a:avLst/>
        </a:prstGeom>
        <a:gradFill rotWithShape="0">
          <a:gsLst>
            <a:gs pos="0">
              <a:schemeClr val="accent2">
                <a:hueOff val="2340759"/>
                <a:satOff val="-2919"/>
                <a:lumOff val="686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2340759"/>
                <a:satOff val="-2919"/>
                <a:lumOff val="686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2295" tIns="0" rIns="132295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Surjective</a:t>
          </a:r>
        </a:p>
      </dsp:txBody>
      <dsp:txXfrm>
        <a:off x="284591" y="1904025"/>
        <a:ext cx="3430916" cy="639310"/>
      </dsp:txXfrm>
    </dsp:sp>
    <dsp:sp modelId="{17145952-1979-4877-94FA-0BB711D0B8BC}">
      <dsp:nvSpPr>
        <dsp:cNvPr id="0" name=""/>
        <dsp:cNvSpPr/>
      </dsp:nvSpPr>
      <dsp:spPr>
        <a:xfrm>
          <a:off x="0" y="4068319"/>
          <a:ext cx="5000124" cy="1360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4681519"/>
              <a:satOff val="-5839"/>
              <a:lumOff val="1373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8065" tIns="499872" rIns="388065" bIns="170688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/>
            <a:t>Injective ET surjective (exactement un antécédent)</a:t>
          </a:r>
        </a:p>
      </dsp:txBody>
      <dsp:txXfrm>
        <a:off x="0" y="4068319"/>
        <a:ext cx="5000124" cy="1360800"/>
      </dsp:txXfrm>
    </dsp:sp>
    <dsp:sp modelId="{A53282B6-140A-479C-BEAA-847404996BD1}">
      <dsp:nvSpPr>
        <dsp:cNvPr id="0" name=""/>
        <dsp:cNvSpPr/>
      </dsp:nvSpPr>
      <dsp:spPr>
        <a:xfrm>
          <a:off x="250006" y="3714079"/>
          <a:ext cx="3500086" cy="708480"/>
        </a:xfrm>
        <a:prstGeom prst="roundRect">
          <a:avLst/>
        </a:prstGeom>
        <a:gradFill rotWithShape="0">
          <a:gsLst>
            <a:gs pos="0">
              <a:schemeClr val="accent2">
                <a:hueOff val="4681519"/>
                <a:satOff val="-5839"/>
                <a:lumOff val="1373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4681519"/>
                <a:satOff val="-5839"/>
                <a:lumOff val="1373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2295" tIns="0" rIns="132295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Bijective</a:t>
          </a:r>
        </a:p>
      </dsp:txBody>
      <dsp:txXfrm>
        <a:off x="284591" y="3748664"/>
        <a:ext cx="3430916" cy="639310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AD93EF-2C46-4B84-B41B-0D331E6403D5}">
      <dsp:nvSpPr>
        <dsp:cNvPr id="0" name=""/>
        <dsp:cNvSpPr/>
      </dsp:nvSpPr>
      <dsp:spPr>
        <a:xfrm>
          <a:off x="0" y="0"/>
          <a:ext cx="5000124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460CD14-791A-41EE-B06E-09C02B883239}">
      <dsp:nvSpPr>
        <dsp:cNvPr id="0" name=""/>
        <dsp:cNvSpPr/>
      </dsp:nvSpPr>
      <dsp:spPr>
        <a:xfrm>
          <a:off x="0" y="0"/>
          <a:ext cx="5000124" cy="27269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160020" rIns="160020" bIns="160020" numCol="1" spcCol="1270" anchor="t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f1 : N→Q, x↦1/(1+x) : injective, non surjective (images ≤ 1)</a:t>
          </a:r>
        </a:p>
      </dsp:txBody>
      <dsp:txXfrm>
        <a:off x="0" y="0"/>
        <a:ext cx="5000124" cy="2726960"/>
      </dsp:txXfrm>
    </dsp:sp>
    <dsp:sp modelId="{91DD77E2-3C8A-4081-9AAF-30B43D181C2F}">
      <dsp:nvSpPr>
        <dsp:cNvPr id="0" name=""/>
        <dsp:cNvSpPr/>
      </dsp:nvSpPr>
      <dsp:spPr>
        <a:xfrm>
          <a:off x="0" y="2726960"/>
          <a:ext cx="5000124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502D1DD-A1C8-484D-A699-76E550B00A32}">
      <dsp:nvSpPr>
        <dsp:cNvPr id="0" name=""/>
        <dsp:cNvSpPr/>
      </dsp:nvSpPr>
      <dsp:spPr>
        <a:xfrm>
          <a:off x="0" y="2726960"/>
          <a:ext cx="5000124" cy="27269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160020" rIns="160020" bIns="160020" numCol="1" spcCol="1270" anchor="t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f2 : Z→N, x↦x² : ni injective (2 et −2), ni surjective (3 sans antécédent)</a:t>
          </a:r>
        </a:p>
      </dsp:txBody>
      <dsp:txXfrm>
        <a:off x="0" y="2726960"/>
        <a:ext cx="5000124" cy="2726960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55F68C-E6A6-4B89-BFFB-454BCD5F6BC5}">
      <dsp:nvSpPr>
        <dsp:cNvPr id="0" name=""/>
        <dsp:cNvSpPr/>
      </dsp:nvSpPr>
      <dsp:spPr>
        <a:xfrm>
          <a:off x="0" y="662809"/>
          <a:ext cx="5000124" cy="131274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f bijective ⇔ ∃g: F→E telle que f∘g=id_F et g∘f=id_E</a:t>
          </a:r>
        </a:p>
      </dsp:txBody>
      <dsp:txXfrm>
        <a:off x="64083" y="726892"/>
        <a:ext cx="4871958" cy="1184574"/>
      </dsp:txXfrm>
    </dsp:sp>
    <dsp:sp modelId="{3AC59F93-2607-4BEC-A212-3DA71DCB8CEF}">
      <dsp:nvSpPr>
        <dsp:cNvPr id="0" name=""/>
        <dsp:cNvSpPr/>
      </dsp:nvSpPr>
      <dsp:spPr>
        <a:xfrm>
          <a:off x="0" y="2070589"/>
          <a:ext cx="5000124" cy="1312740"/>
        </a:xfrm>
        <a:prstGeom prst="roundRect">
          <a:avLst/>
        </a:prstGeom>
        <a:gradFill rotWithShape="0">
          <a:gsLst>
            <a:gs pos="0">
              <a:schemeClr val="accent5">
                <a:hueOff val="-4966938"/>
                <a:satOff val="19906"/>
                <a:lumOff val="4314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4966938"/>
                <a:satOff val="19906"/>
                <a:lumOff val="4314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Inverse unique ; (f⁻¹)⁻¹=f ; (g∘f)⁻¹=f⁻¹∘g⁻¹</a:t>
          </a:r>
        </a:p>
      </dsp:txBody>
      <dsp:txXfrm>
        <a:off x="64083" y="2134672"/>
        <a:ext cx="4871958" cy="1184574"/>
      </dsp:txXfrm>
    </dsp:sp>
    <dsp:sp modelId="{2CEA9355-855F-4CB6-B775-2F4D56D3A492}">
      <dsp:nvSpPr>
        <dsp:cNvPr id="0" name=""/>
        <dsp:cNvSpPr/>
      </dsp:nvSpPr>
      <dsp:spPr>
        <a:xfrm>
          <a:off x="0" y="3478370"/>
          <a:ext cx="5000124" cy="1312740"/>
        </a:xfrm>
        <a:prstGeom prst="roundRect">
          <a:avLst/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Exemple : exp : R→]0,+∞[, inverse ln</a:t>
          </a:r>
        </a:p>
      </dsp:txBody>
      <dsp:txXfrm>
        <a:off x="64083" y="3542453"/>
        <a:ext cx="4871958" cy="1184574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E6A8643-2AB6-4599-A91C-209BC76E455A}">
      <dsp:nvSpPr>
        <dsp:cNvPr id="0" name=""/>
        <dsp:cNvSpPr/>
      </dsp:nvSpPr>
      <dsp:spPr>
        <a:xfrm>
          <a:off x="0" y="2663"/>
          <a:ext cx="5000124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0D4FE77-2CF4-49D6-9990-9573F2D0E22E}">
      <dsp:nvSpPr>
        <dsp:cNvPr id="0" name=""/>
        <dsp:cNvSpPr/>
      </dsp:nvSpPr>
      <dsp:spPr>
        <a:xfrm>
          <a:off x="0" y="2663"/>
          <a:ext cx="5000124" cy="1816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E fini ↔ bijection E ↔ {1,…,n} (Card E=n)</a:t>
          </a:r>
        </a:p>
      </dsp:txBody>
      <dsp:txXfrm>
        <a:off x="0" y="2663"/>
        <a:ext cx="5000124" cy="1816197"/>
      </dsp:txXfrm>
    </dsp:sp>
    <dsp:sp modelId="{C291AC4B-9E86-4288-A016-2310FB7BF65F}">
      <dsp:nvSpPr>
        <dsp:cNvPr id="0" name=""/>
        <dsp:cNvSpPr/>
      </dsp:nvSpPr>
      <dsp:spPr>
        <a:xfrm>
          <a:off x="0" y="1818861"/>
          <a:ext cx="5000124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E11291D-3124-4C88-9A57-44840DBC082C}">
      <dsp:nvSpPr>
        <dsp:cNvPr id="0" name=""/>
        <dsp:cNvSpPr/>
      </dsp:nvSpPr>
      <dsp:spPr>
        <a:xfrm>
          <a:off x="0" y="1818861"/>
          <a:ext cx="5000124" cy="1816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Injective ⇒ Card E ≤ Card F ; Surjective ⇒ Card E ≥ Card F</a:t>
          </a:r>
        </a:p>
      </dsp:txBody>
      <dsp:txXfrm>
        <a:off x="0" y="1818861"/>
        <a:ext cx="5000124" cy="1816197"/>
      </dsp:txXfrm>
    </dsp:sp>
    <dsp:sp modelId="{F840714A-667B-460E-88D0-BBB8EA1365C0}">
      <dsp:nvSpPr>
        <dsp:cNvPr id="0" name=""/>
        <dsp:cNvSpPr/>
      </dsp:nvSpPr>
      <dsp:spPr>
        <a:xfrm>
          <a:off x="0" y="3635058"/>
          <a:ext cx="5000124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89D38F0-6362-46A4-9CC6-F5F85FE2F7E8}">
      <dsp:nvSpPr>
        <dsp:cNvPr id="0" name=""/>
        <dsp:cNvSpPr/>
      </dsp:nvSpPr>
      <dsp:spPr>
        <a:xfrm>
          <a:off x="0" y="3635058"/>
          <a:ext cx="5000124" cy="1816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Si Card E = Card F (finis) : Injective ⇔ Surjective ⇔ Bijective</a:t>
          </a:r>
        </a:p>
      </dsp:txBody>
      <dsp:txXfrm>
        <a:off x="0" y="3635058"/>
        <a:ext cx="5000124" cy="1816197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CC33C5-BD38-484D-91F6-17E70D476701}">
      <dsp:nvSpPr>
        <dsp:cNvPr id="0" name=""/>
        <dsp:cNvSpPr/>
      </dsp:nvSpPr>
      <dsp:spPr>
        <a:xfrm>
          <a:off x="0" y="300470"/>
          <a:ext cx="5000124" cy="2364569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/>
            <a:t>Si n&gt;k objets dans k tiroirs ⇒ au moins un tiroir a ≥2 objets</a:t>
          </a:r>
        </a:p>
      </dsp:txBody>
      <dsp:txXfrm>
        <a:off x="115429" y="415899"/>
        <a:ext cx="4769266" cy="2133711"/>
      </dsp:txXfrm>
    </dsp:sp>
    <dsp:sp modelId="{7C9F53D1-7CC6-4670-9009-5087B98F7BC3}">
      <dsp:nvSpPr>
        <dsp:cNvPr id="0" name=""/>
        <dsp:cNvSpPr/>
      </dsp:nvSpPr>
      <dsp:spPr>
        <a:xfrm>
          <a:off x="0" y="2788880"/>
          <a:ext cx="5000124" cy="2364569"/>
        </a:xfrm>
        <a:prstGeom prst="roundRect">
          <a:avLst/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/>
            <a:t>Ex : 400 étudiants ⇒ deux mêmes anniversaires (jour)</a:t>
          </a:r>
        </a:p>
      </dsp:txBody>
      <dsp:txXfrm>
        <a:off x="115429" y="2904309"/>
        <a:ext cx="4769266" cy="2133711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223FFD2-EB01-4635-9A98-5CC5B835FB69}">
      <dsp:nvSpPr>
        <dsp:cNvPr id="0" name=""/>
        <dsp:cNvSpPr/>
      </dsp:nvSpPr>
      <dsp:spPr>
        <a:xfrm>
          <a:off x="0" y="66810"/>
          <a:ext cx="5000124" cy="2606869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Card E=n, Card F=p</a:t>
          </a:r>
        </a:p>
      </dsp:txBody>
      <dsp:txXfrm>
        <a:off x="127257" y="194067"/>
        <a:ext cx="4745610" cy="2352355"/>
      </dsp:txXfrm>
    </dsp:sp>
    <dsp:sp modelId="{C09C6120-C102-47F8-B8F1-BA8D023AC760}">
      <dsp:nvSpPr>
        <dsp:cNvPr id="0" name=""/>
        <dsp:cNvSpPr/>
      </dsp:nvSpPr>
      <dsp:spPr>
        <a:xfrm>
          <a:off x="0" y="2780240"/>
          <a:ext cx="5000124" cy="2606869"/>
        </a:xfrm>
        <a:prstGeom prst="roundRect">
          <a:avLst/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Applications E→F : p^n ; Injections : p·(p−1)…(p−n+1) ; Bijections E→E : n!</a:t>
          </a:r>
        </a:p>
      </dsp:txBody>
      <dsp:txXfrm>
        <a:off x="127257" y="2907497"/>
        <a:ext cx="4745610" cy="2352355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DAFB30-9C8D-4B63-9143-AA3833AA815A}">
      <dsp:nvSpPr>
        <dsp:cNvPr id="0" name=""/>
        <dsp:cNvSpPr/>
      </dsp:nvSpPr>
      <dsp:spPr>
        <a:xfrm>
          <a:off x="0" y="36440"/>
          <a:ext cx="5000124" cy="1734159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Card P(E) = 2^n (nb de sous‑ensembles)</a:t>
          </a:r>
        </a:p>
      </dsp:txBody>
      <dsp:txXfrm>
        <a:off x="84655" y="121095"/>
        <a:ext cx="4830814" cy="1564849"/>
      </dsp:txXfrm>
    </dsp:sp>
    <dsp:sp modelId="{CF6D228F-4BAB-44E4-B6A2-1BAE71BD9CDE}">
      <dsp:nvSpPr>
        <dsp:cNvPr id="0" name=""/>
        <dsp:cNvSpPr/>
      </dsp:nvSpPr>
      <dsp:spPr>
        <a:xfrm>
          <a:off x="0" y="1859880"/>
          <a:ext cx="5000124" cy="1734159"/>
        </a:xfrm>
        <a:prstGeom prst="roundRect">
          <a:avLst/>
        </a:prstGeom>
        <a:gradFill rotWithShape="0">
          <a:gsLst>
            <a:gs pos="0">
              <a:schemeClr val="accent5">
                <a:hueOff val="-4966938"/>
                <a:satOff val="19906"/>
                <a:lumOff val="4314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4966938"/>
                <a:satOff val="19906"/>
                <a:lumOff val="4314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Nb de parties à k éléments : C(n,k)=n!/(k!(n−k)!)</a:t>
          </a:r>
        </a:p>
      </dsp:txBody>
      <dsp:txXfrm>
        <a:off x="84655" y="1944535"/>
        <a:ext cx="4830814" cy="1564849"/>
      </dsp:txXfrm>
    </dsp:sp>
    <dsp:sp modelId="{C8EBDCF5-3F3D-45D6-8F8F-3E31FBAFD858}">
      <dsp:nvSpPr>
        <dsp:cNvPr id="0" name=""/>
        <dsp:cNvSpPr/>
      </dsp:nvSpPr>
      <dsp:spPr>
        <a:xfrm>
          <a:off x="0" y="3683319"/>
          <a:ext cx="5000124" cy="1734159"/>
        </a:xfrm>
        <a:prstGeom prst="roundRect">
          <a:avLst/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Identités : C(n,k)=C(n,n−k) ; Σ_k C(n,k)=2^n ; C(n,k)=C(n−1,k)+C(n−1,k−1)</a:t>
          </a:r>
        </a:p>
      </dsp:txBody>
      <dsp:txXfrm>
        <a:off x="84655" y="3767974"/>
        <a:ext cx="4830814" cy="1564849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F7C8C5-3329-470E-9FAA-85BA2E5622EC}">
      <dsp:nvSpPr>
        <dsp:cNvPr id="0" name=""/>
        <dsp:cNvSpPr/>
      </dsp:nvSpPr>
      <dsp:spPr>
        <a:xfrm>
          <a:off x="0" y="1572799"/>
          <a:ext cx="5000124" cy="111384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(a+b)^n = Σ_{k=0..n} C(n,k) a^{n−k} b^k</a:t>
          </a:r>
        </a:p>
      </dsp:txBody>
      <dsp:txXfrm>
        <a:off x="54373" y="1627172"/>
        <a:ext cx="4891378" cy="1005094"/>
      </dsp:txXfrm>
    </dsp:sp>
    <dsp:sp modelId="{91294F1B-8F66-48AC-A22E-91836EFB874C}">
      <dsp:nvSpPr>
        <dsp:cNvPr id="0" name=""/>
        <dsp:cNvSpPr/>
      </dsp:nvSpPr>
      <dsp:spPr>
        <a:xfrm>
          <a:off x="0" y="2767279"/>
          <a:ext cx="5000124" cy="1113840"/>
        </a:xfrm>
        <a:prstGeom prst="roundRect">
          <a:avLst/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Ex : (a+b)^2=a^2+2ab+b^2 ; (a+b)^3=a^3+3a^2b+3ab^2+b^3</a:t>
          </a:r>
        </a:p>
      </dsp:txBody>
      <dsp:txXfrm>
        <a:off x="54373" y="2821652"/>
        <a:ext cx="4891378" cy="1005094"/>
      </dsp:txXfrm>
    </dsp:sp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8CA8E5-BFAB-458B-8814-43AB8DD4AF5D}">
      <dsp:nvSpPr>
        <dsp:cNvPr id="0" name=""/>
        <dsp:cNvSpPr/>
      </dsp:nvSpPr>
      <dsp:spPr>
        <a:xfrm>
          <a:off x="0" y="537710"/>
          <a:ext cx="5000124" cy="1392299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Relation sur E : Vrai/Faux pour chaque (x,y)∈E×E</a:t>
          </a:r>
        </a:p>
      </dsp:txBody>
      <dsp:txXfrm>
        <a:off x="67966" y="605676"/>
        <a:ext cx="4864192" cy="1256367"/>
      </dsp:txXfrm>
    </dsp:sp>
    <dsp:sp modelId="{C32E1668-7899-4BD7-94FA-59C7C786D9EB}">
      <dsp:nvSpPr>
        <dsp:cNvPr id="0" name=""/>
        <dsp:cNvSpPr/>
      </dsp:nvSpPr>
      <dsp:spPr>
        <a:xfrm>
          <a:off x="0" y="2030810"/>
          <a:ext cx="5000124" cy="1392299"/>
        </a:xfrm>
        <a:prstGeom prst="roundRect">
          <a:avLst/>
        </a:prstGeom>
        <a:gradFill rotWithShape="0">
          <a:gsLst>
            <a:gs pos="0">
              <a:schemeClr val="accent5">
                <a:hueOff val="-4966938"/>
                <a:satOff val="19906"/>
                <a:lumOff val="4314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4966938"/>
                <a:satOff val="19906"/>
                <a:lumOff val="4314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Équivalence : réflexive ; symétrique ; transitive</a:t>
          </a:r>
        </a:p>
      </dsp:txBody>
      <dsp:txXfrm>
        <a:off x="67966" y="2098776"/>
        <a:ext cx="4864192" cy="1256367"/>
      </dsp:txXfrm>
    </dsp:sp>
    <dsp:sp modelId="{747B6C6A-19CF-4963-9FD9-582CACD0E898}">
      <dsp:nvSpPr>
        <dsp:cNvPr id="0" name=""/>
        <dsp:cNvSpPr/>
      </dsp:nvSpPr>
      <dsp:spPr>
        <a:xfrm>
          <a:off x="0" y="3523910"/>
          <a:ext cx="5000124" cy="1392299"/>
        </a:xfrm>
        <a:prstGeom prst="roundRect">
          <a:avLst/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Classes d’équivalence cl(x) ; partition de E</a:t>
          </a:r>
        </a:p>
      </dsp:txBody>
      <dsp:txXfrm>
        <a:off x="67966" y="3591876"/>
        <a:ext cx="4864192" cy="1256367"/>
      </dsp:txXfrm>
    </dsp:sp>
  </dsp:spTree>
</dsp:drawing>
</file>

<file path=ppt/diagrams/drawing2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4AF9990-6E8E-48D1-A913-A961B0EDC3F0}">
      <dsp:nvSpPr>
        <dsp:cNvPr id="0" name=""/>
        <dsp:cNvSpPr/>
      </dsp:nvSpPr>
      <dsp:spPr>
        <a:xfrm>
          <a:off x="0" y="74749"/>
          <a:ext cx="5000124" cy="258453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9070" tIns="179070" rIns="179070" bIns="179070" numCol="1" spcCol="1270" anchor="ctr" anchorCtr="0">
          <a:noAutofit/>
        </a:bodyPr>
        <a:lstStyle/>
        <a:p>
          <a:pPr marL="0" lvl="0" indent="0" algn="l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700" kern="1200"/>
            <a:t>« Être parallèle », « Être du même âge »</a:t>
          </a:r>
        </a:p>
      </dsp:txBody>
      <dsp:txXfrm>
        <a:off x="126166" y="200915"/>
        <a:ext cx="4747792" cy="2332198"/>
      </dsp:txXfrm>
    </dsp:sp>
    <dsp:sp modelId="{3C56D93E-9C09-4090-862A-EF05A28E909F}">
      <dsp:nvSpPr>
        <dsp:cNvPr id="0" name=""/>
        <dsp:cNvSpPr/>
      </dsp:nvSpPr>
      <dsp:spPr>
        <a:xfrm>
          <a:off x="0" y="2794640"/>
          <a:ext cx="5000124" cy="2584530"/>
        </a:xfrm>
        <a:prstGeom prst="roundRect">
          <a:avLst/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9070" tIns="179070" rIns="179070" bIns="179070" numCol="1" spcCol="1270" anchor="ctr" anchorCtr="0">
          <a:noAutofit/>
        </a:bodyPr>
        <a:lstStyle/>
        <a:p>
          <a:pPr marL="0" lvl="0" indent="0" algn="l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700" kern="1200"/>
            <a:t>Contre‑ex. : « Être perpendiculaire », « ≤ »</a:t>
          </a:r>
        </a:p>
      </dsp:txBody>
      <dsp:txXfrm>
        <a:off x="126166" y="2920806"/>
        <a:ext cx="4747792" cy="2332198"/>
      </dsp:txXfrm>
    </dsp:sp>
  </dsp:spTree>
</dsp:drawing>
</file>

<file path=ppt/diagrams/drawing2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DAB7954-1CE4-4C64-BC58-A73CF80DCBBD}">
      <dsp:nvSpPr>
        <dsp:cNvPr id="0" name=""/>
        <dsp:cNvSpPr/>
      </dsp:nvSpPr>
      <dsp:spPr>
        <a:xfrm>
          <a:off x="0" y="526189"/>
          <a:ext cx="5000124" cy="214461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Sur Z×N* : (p,q)~(p′,q′) ⇔ pq′=p′q</a:t>
          </a:r>
        </a:p>
      </dsp:txBody>
      <dsp:txXfrm>
        <a:off x="104691" y="630880"/>
        <a:ext cx="4790742" cy="1935228"/>
      </dsp:txXfrm>
    </dsp:sp>
    <dsp:sp modelId="{69533BC6-D716-4B9D-A383-A39950C401BB}">
      <dsp:nvSpPr>
        <dsp:cNvPr id="0" name=""/>
        <dsp:cNvSpPr/>
      </dsp:nvSpPr>
      <dsp:spPr>
        <a:xfrm>
          <a:off x="0" y="2783119"/>
          <a:ext cx="5000124" cy="2144610"/>
        </a:xfrm>
        <a:prstGeom prst="roundRect">
          <a:avLst/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2/3 = 4/6 : mêmes classes (représentants différents)</a:t>
          </a:r>
        </a:p>
      </dsp:txBody>
      <dsp:txXfrm>
        <a:off x="104691" y="2887810"/>
        <a:ext cx="4790742" cy="1935228"/>
      </dsp:txXfrm>
    </dsp:sp>
  </dsp:spTree>
</dsp:drawing>
</file>

<file path=ppt/diagrams/drawing2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DA82BF2-4405-4CE1-8C22-8687F39D15AE}">
      <dsp:nvSpPr>
        <dsp:cNvPr id="0" name=""/>
        <dsp:cNvSpPr/>
      </dsp:nvSpPr>
      <dsp:spPr>
        <a:xfrm>
          <a:off x="0" y="18320"/>
          <a:ext cx="5000124" cy="2639519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a ≡ b (mod n) ⇔ n | (a−b) ; classes : 0,1,…,n−1</a:t>
          </a:r>
        </a:p>
      </dsp:txBody>
      <dsp:txXfrm>
        <a:off x="128851" y="147171"/>
        <a:ext cx="4742422" cy="2381817"/>
      </dsp:txXfrm>
    </dsp:sp>
    <dsp:sp modelId="{21E9C451-AA66-44C4-B87E-8831DCE29DAB}">
      <dsp:nvSpPr>
        <dsp:cNvPr id="0" name=""/>
        <dsp:cNvSpPr/>
      </dsp:nvSpPr>
      <dsp:spPr>
        <a:xfrm>
          <a:off x="0" y="2796080"/>
          <a:ext cx="5000124" cy="2639519"/>
        </a:xfrm>
        <a:prstGeom prst="roundRect">
          <a:avLst/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Ex : 10≡3 (mod 7), −1≡20 (mod 7)</a:t>
          </a:r>
        </a:p>
      </dsp:txBody>
      <dsp:txXfrm>
        <a:off x="128851" y="2924931"/>
        <a:ext cx="4742422" cy="2381817"/>
      </dsp:txXfrm>
    </dsp:sp>
  </dsp:spTree>
</dsp:drawing>
</file>

<file path=ppt/diagrams/drawing2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4E65146-2695-400E-909B-C2DB88F87F51}">
      <dsp:nvSpPr>
        <dsp:cNvPr id="0" name=""/>
        <dsp:cNvSpPr/>
      </dsp:nvSpPr>
      <dsp:spPr>
        <a:xfrm>
          <a:off x="0" y="665"/>
          <a:ext cx="5000124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7D0B745-39F5-4C20-94FD-15EC8AC4B473}">
      <dsp:nvSpPr>
        <dsp:cNvPr id="0" name=""/>
        <dsp:cNvSpPr/>
      </dsp:nvSpPr>
      <dsp:spPr>
        <a:xfrm>
          <a:off x="0" y="665"/>
          <a:ext cx="5000124" cy="10905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Prouver ∁(A∪B)=∁A∩∁B</a:t>
          </a:r>
        </a:p>
      </dsp:txBody>
      <dsp:txXfrm>
        <a:off x="0" y="665"/>
        <a:ext cx="5000124" cy="1090517"/>
      </dsp:txXfrm>
    </dsp:sp>
    <dsp:sp modelId="{A6C29A2A-A5AD-4D4A-8739-DC97A847F80E}">
      <dsp:nvSpPr>
        <dsp:cNvPr id="0" name=""/>
        <dsp:cNvSpPr/>
      </dsp:nvSpPr>
      <dsp:spPr>
        <a:xfrm>
          <a:off x="0" y="1091183"/>
          <a:ext cx="5000124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BB8A2C0-1A63-434A-8070-4B60EDAE413F}">
      <dsp:nvSpPr>
        <dsp:cNvPr id="0" name=""/>
        <dsp:cNvSpPr/>
      </dsp:nvSpPr>
      <dsp:spPr>
        <a:xfrm>
          <a:off x="0" y="1091183"/>
          <a:ext cx="5000124" cy="10905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Lister {1,2,3}×{1,2,3,4}</a:t>
          </a:r>
        </a:p>
      </dsp:txBody>
      <dsp:txXfrm>
        <a:off x="0" y="1091183"/>
        <a:ext cx="5000124" cy="1090517"/>
      </dsp:txXfrm>
    </dsp:sp>
    <dsp:sp modelId="{5B2448F2-C833-4FAF-B416-F78917E435E5}">
      <dsp:nvSpPr>
        <dsp:cNvPr id="0" name=""/>
        <dsp:cNvSpPr/>
      </dsp:nvSpPr>
      <dsp:spPr>
        <a:xfrm>
          <a:off x="0" y="2181701"/>
          <a:ext cx="5000124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DCB1093-C0F1-459B-BDB9-B61DEECF67B8}">
      <dsp:nvSpPr>
        <dsp:cNvPr id="0" name=""/>
        <dsp:cNvSpPr/>
      </dsp:nvSpPr>
      <dsp:spPr>
        <a:xfrm>
          <a:off x="0" y="2181701"/>
          <a:ext cx="5000124" cy="10905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Pour f(x)=x² : f([0,1[), f(]−1,2[), f⁻¹([1,2[), f⁻¹({3})</a:t>
          </a:r>
        </a:p>
      </dsp:txBody>
      <dsp:txXfrm>
        <a:off x="0" y="2181701"/>
        <a:ext cx="5000124" cy="1090517"/>
      </dsp:txXfrm>
    </dsp:sp>
    <dsp:sp modelId="{B81B9F2C-1E72-43BA-8989-500201B0AE28}">
      <dsp:nvSpPr>
        <dsp:cNvPr id="0" name=""/>
        <dsp:cNvSpPr/>
      </dsp:nvSpPr>
      <dsp:spPr>
        <a:xfrm>
          <a:off x="0" y="3272218"/>
          <a:ext cx="5000124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9C957E3-DB09-4EF9-B181-986C0E7D1B40}">
      <dsp:nvSpPr>
        <dsp:cNvPr id="0" name=""/>
        <dsp:cNvSpPr/>
      </dsp:nvSpPr>
      <dsp:spPr>
        <a:xfrm>
          <a:off x="0" y="3272218"/>
          <a:ext cx="5000124" cy="10905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Injection/surjection pour f : [0,+∞[→[0,+∞[, x↦x² ?</a:t>
          </a:r>
        </a:p>
      </dsp:txBody>
      <dsp:txXfrm>
        <a:off x="0" y="3272218"/>
        <a:ext cx="5000124" cy="1090517"/>
      </dsp:txXfrm>
    </dsp:sp>
    <dsp:sp modelId="{9CBB9FFE-04C0-4659-845D-C685FBBB5F27}">
      <dsp:nvSpPr>
        <dsp:cNvPr id="0" name=""/>
        <dsp:cNvSpPr/>
      </dsp:nvSpPr>
      <dsp:spPr>
        <a:xfrm>
          <a:off x="0" y="4362736"/>
          <a:ext cx="5000124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F6FD724-83DA-4C53-872D-A44AB7452D7E}">
      <dsp:nvSpPr>
        <dsp:cNvPr id="0" name=""/>
        <dsp:cNvSpPr/>
      </dsp:nvSpPr>
      <dsp:spPr>
        <a:xfrm>
          <a:off x="0" y="4362736"/>
          <a:ext cx="5000124" cy="10905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Combien de listes de k éléments distincts choisis parmi n ?</a:t>
          </a:r>
        </a:p>
      </dsp:txBody>
      <dsp:txXfrm>
        <a:off x="0" y="4362736"/>
        <a:ext cx="5000124" cy="1090517"/>
      </dsp:txXfrm>
    </dsp:sp>
  </dsp:spTree>
</dsp:drawing>
</file>

<file path=ppt/diagrams/drawing2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B1F425D-BA68-4A84-AAA7-1D1A96072C67}">
      <dsp:nvSpPr>
        <dsp:cNvPr id="0" name=""/>
        <dsp:cNvSpPr/>
      </dsp:nvSpPr>
      <dsp:spPr>
        <a:xfrm>
          <a:off x="0" y="0"/>
          <a:ext cx="5000124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EB4327C-5897-41C1-B52E-28E3EE7ABE4D}">
      <dsp:nvSpPr>
        <dsp:cNvPr id="0" name=""/>
        <dsp:cNvSpPr/>
      </dsp:nvSpPr>
      <dsp:spPr>
        <a:xfrm>
          <a:off x="0" y="0"/>
          <a:ext cx="5000124" cy="27269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Ensembles &amp; lois ✔ ; Fonctions ✔ ; Dénombrement ✔ ; Équivalences ✔</a:t>
          </a:r>
        </a:p>
      </dsp:txBody>
      <dsp:txXfrm>
        <a:off x="0" y="0"/>
        <a:ext cx="5000124" cy="2726960"/>
      </dsp:txXfrm>
    </dsp:sp>
    <dsp:sp modelId="{0EE954BA-A27B-47C3-A04C-B7BE2AE7CA1D}">
      <dsp:nvSpPr>
        <dsp:cNvPr id="0" name=""/>
        <dsp:cNvSpPr/>
      </dsp:nvSpPr>
      <dsp:spPr>
        <a:xfrm>
          <a:off x="0" y="2726960"/>
          <a:ext cx="5000124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46B1223-BFD5-43FD-8716-FA215CD2EC17}">
      <dsp:nvSpPr>
        <dsp:cNvPr id="0" name=""/>
        <dsp:cNvSpPr/>
      </dsp:nvSpPr>
      <dsp:spPr>
        <a:xfrm>
          <a:off x="0" y="2726960"/>
          <a:ext cx="5000124" cy="27269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→ Prochain </a:t>
          </a:r>
          <a:r>
            <a:rPr lang="en-US" sz="3600" kern="1200" dirty="0" err="1"/>
            <a:t>chapitre</a:t>
          </a:r>
          <a:r>
            <a:rPr lang="en-US" sz="3600" kern="1200" dirty="0"/>
            <a:t> : </a:t>
          </a:r>
          <a:r>
            <a:rPr lang="en-US" sz="3600" kern="1200" dirty="0" err="1"/>
            <a:t>combinatoire</a:t>
          </a:r>
          <a:r>
            <a:rPr lang="en-US" sz="3600" kern="1200" dirty="0"/>
            <a:t>/</a:t>
          </a:r>
          <a:r>
            <a:rPr lang="en-US" sz="3600" kern="1200" dirty="0" err="1"/>
            <a:t>probabilité</a:t>
          </a:r>
          <a:r>
            <a:rPr lang="en-US" sz="3600" kern="1200" dirty="0"/>
            <a:t> </a:t>
          </a:r>
          <a:r>
            <a:rPr lang="en-US" sz="3600" kern="1200" dirty="0" err="1"/>
            <a:t>discrète</a:t>
          </a:r>
          <a:r>
            <a:rPr lang="en-US" sz="3600" kern="1200" dirty="0"/>
            <a:t> </a:t>
          </a:r>
          <a:r>
            <a:rPr lang="en-US" sz="3600" kern="1200" dirty="0" err="1"/>
            <a:t>ou</a:t>
          </a:r>
          <a:r>
            <a:rPr lang="en-US" sz="3600" kern="1200" dirty="0"/>
            <a:t> </a:t>
          </a:r>
          <a:r>
            <a:rPr lang="en-US" sz="3600" kern="1200" dirty="0" err="1"/>
            <a:t>approfondissements</a:t>
          </a:r>
          <a:endParaRPr lang="en-US" sz="3600" kern="1200" dirty="0"/>
        </a:p>
      </dsp:txBody>
      <dsp:txXfrm>
        <a:off x="0" y="2726960"/>
        <a:ext cx="5000124" cy="272696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4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4.xml"/><Relationship Id="rId5" Type="http://schemas.openxmlformats.org/officeDocument/2006/relationships/diagramLayout" Target="../diagrams/layout4.xml"/><Relationship Id="rId4" Type="http://schemas.openxmlformats.org/officeDocument/2006/relationships/diagramData" Target="../diagrams/data4.xml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5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5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5.xml"/><Relationship Id="rId5" Type="http://schemas.openxmlformats.org/officeDocument/2006/relationships/diagramLayout" Target="../diagrams/layout5.xml"/><Relationship Id="rId4" Type="http://schemas.openxmlformats.org/officeDocument/2006/relationships/diagramData" Target="../diagrams/data5.xml"/></Relationships>
</file>

<file path=ppt/slides/_rels/slide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6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6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6.xml"/><Relationship Id="rId5" Type="http://schemas.openxmlformats.org/officeDocument/2006/relationships/diagramLayout" Target="../diagrams/layout6.xml"/><Relationship Id="rId4" Type="http://schemas.openxmlformats.org/officeDocument/2006/relationships/diagramData" Target="../diagrams/data6.xml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7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7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7.xml"/><Relationship Id="rId5" Type="http://schemas.openxmlformats.org/officeDocument/2006/relationships/diagramLayout" Target="../diagrams/layout7.xml"/><Relationship Id="rId4" Type="http://schemas.openxmlformats.org/officeDocument/2006/relationships/diagramData" Target="../diagrams/data7.xml"/></Relationships>
</file>

<file path=ppt/slides/_rels/slide9.xml.rels><?xml version="1.0" encoding="UTF-8" standalone="yes"?>
<Relationships xmlns="http://schemas.openxmlformats.org/package/2006/relationships"><Relationship Id="rId8" Type="http://schemas.microsoft.com/office/2007/relationships/diagramDrawing" Target="../diagrams/drawing8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8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8.xml"/><Relationship Id="rId5" Type="http://schemas.openxmlformats.org/officeDocument/2006/relationships/diagramLayout" Target="../diagrams/layout8.xml"/><Relationship Id="rId4" Type="http://schemas.openxmlformats.org/officeDocument/2006/relationships/diagramData" Target="../diagrams/data8.xml"/></Relationships>
</file>

<file path=ppt/slides/_rels/slide10.xml.rels><?xml version="1.0" encoding="UTF-8" standalone="yes"?>
<Relationships xmlns="http://schemas.openxmlformats.org/package/2006/relationships"><Relationship Id="rId8" Type="http://schemas.microsoft.com/office/2007/relationships/diagramDrawing" Target="../diagrams/drawing9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9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9.xml"/><Relationship Id="rId5" Type="http://schemas.openxmlformats.org/officeDocument/2006/relationships/diagramLayout" Target="../diagrams/layout9.xml"/><Relationship Id="rId4" Type="http://schemas.openxmlformats.org/officeDocument/2006/relationships/diagramData" Target="../diagrams/data9.xml"/></Relationships>
</file>

<file path=ppt/slides/_rels/slide1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0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10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0.xml"/><Relationship Id="rId5" Type="http://schemas.openxmlformats.org/officeDocument/2006/relationships/diagramLayout" Target="../diagrams/layout10.xml"/><Relationship Id="rId4" Type="http://schemas.openxmlformats.org/officeDocument/2006/relationships/diagramData" Target="../diagrams/data10.xml"/></Relationships>
</file>

<file path=ppt/slides/_rels/slide1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1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1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1.xml"/><Relationship Id="rId5" Type="http://schemas.openxmlformats.org/officeDocument/2006/relationships/diagramLayout" Target="../diagrams/layout11.xml"/><Relationship Id="rId4" Type="http://schemas.openxmlformats.org/officeDocument/2006/relationships/diagramData" Target="../diagrams/data11.xml"/></Relationships>
</file>

<file path=ppt/slides/_rels/slide1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2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1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2.xml"/><Relationship Id="rId5" Type="http://schemas.openxmlformats.org/officeDocument/2006/relationships/diagramLayout" Target="../diagrams/layout12.xml"/><Relationship Id="rId4" Type="http://schemas.openxmlformats.org/officeDocument/2006/relationships/diagramData" Target="../diagrams/data12.xml"/></Relationships>
</file>

<file path=ppt/slides/_rels/slide1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3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1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3.xml"/><Relationship Id="rId5" Type="http://schemas.openxmlformats.org/officeDocument/2006/relationships/diagramLayout" Target="../diagrams/layout13.xml"/><Relationship Id="rId4" Type="http://schemas.openxmlformats.org/officeDocument/2006/relationships/diagramData" Target="../diagrams/data13.xml"/></Relationships>
</file>

<file path=ppt/slides/_rels/slide1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4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14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4.xml"/><Relationship Id="rId5" Type="http://schemas.openxmlformats.org/officeDocument/2006/relationships/diagramLayout" Target="../diagrams/layout14.xml"/><Relationship Id="rId4" Type="http://schemas.openxmlformats.org/officeDocument/2006/relationships/diagramData" Target="../diagrams/data14.xml"/></Relationships>
</file>

<file path=ppt/slides/_rels/slide1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5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15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5.xml"/><Relationship Id="rId5" Type="http://schemas.openxmlformats.org/officeDocument/2006/relationships/diagramLayout" Target="../diagrams/layout15.xml"/><Relationship Id="rId4" Type="http://schemas.openxmlformats.org/officeDocument/2006/relationships/diagramData" Target="../diagrams/data15.xml"/></Relationships>
</file>

<file path=ppt/slides/_rels/slide1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6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16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6.xml"/><Relationship Id="rId5" Type="http://schemas.openxmlformats.org/officeDocument/2006/relationships/diagramLayout" Target="../diagrams/layout16.xml"/><Relationship Id="rId4" Type="http://schemas.openxmlformats.org/officeDocument/2006/relationships/diagramData" Target="../diagrams/data16.xml"/></Relationships>
</file>

<file path=ppt/slides/_rels/slide1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7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17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7.xml"/><Relationship Id="rId5" Type="http://schemas.openxmlformats.org/officeDocument/2006/relationships/diagramLayout" Target="../diagrams/layout17.xml"/><Relationship Id="rId4" Type="http://schemas.openxmlformats.org/officeDocument/2006/relationships/diagramData" Target="../diagrams/data17.xml"/></Relationships>
</file>

<file path=ppt/slides/_rels/slide19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8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18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8.xml"/><Relationship Id="rId5" Type="http://schemas.openxmlformats.org/officeDocument/2006/relationships/diagramLayout" Target="../diagrams/layout18.xml"/><Relationship Id="rId4" Type="http://schemas.openxmlformats.org/officeDocument/2006/relationships/diagramData" Target="../diagrams/data18.xml"/></Relationships>
</file>

<file path=ppt/slides/_rels/slide20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9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19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9.xml"/><Relationship Id="rId5" Type="http://schemas.openxmlformats.org/officeDocument/2006/relationships/diagramLayout" Target="../diagrams/layout19.xml"/><Relationship Id="rId4" Type="http://schemas.openxmlformats.org/officeDocument/2006/relationships/diagramData" Target="../diagrams/data19.xml"/></Relationships>
</file>

<file path=ppt/slides/_rels/slide2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0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20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0.xml"/><Relationship Id="rId5" Type="http://schemas.openxmlformats.org/officeDocument/2006/relationships/diagramLayout" Target="../diagrams/layout20.xml"/><Relationship Id="rId4" Type="http://schemas.openxmlformats.org/officeDocument/2006/relationships/diagramData" Target="../diagrams/data20.xml"/></Relationships>
</file>

<file path=ppt/slides/_rels/slide2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1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2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1.xml"/><Relationship Id="rId5" Type="http://schemas.openxmlformats.org/officeDocument/2006/relationships/diagramLayout" Target="../diagrams/layout21.xml"/><Relationship Id="rId4" Type="http://schemas.openxmlformats.org/officeDocument/2006/relationships/diagramData" Target="../diagrams/data21.xml"/></Relationships>
</file>

<file path=ppt/slides/_rels/slide2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2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2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2.xml"/><Relationship Id="rId5" Type="http://schemas.openxmlformats.org/officeDocument/2006/relationships/diagramLayout" Target="../diagrams/layout22.xml"/><Relationship Id="rId4" Type="http://schemas.openxmlformats.org/officeDocument/2006/relationships/diagramData" Target="../diagrams/data22.xml"/></Relationships>
</file>

<file path=ppt/slides/_rels/slide2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3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2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3.xml"/><Relationship Id="rId5" Type="http://schemas.openxmlformats.org/officeDocument/2006/relationships/diagramLayout" Target="../diagrams/layout23.xml"/><Relationship Id="rId4" Type="http://schemas.openxmlformats.org/officeDocument/2006/relationships/diagramData" Target="../diagrams/data23.xml"/></Relationships>
</file>

<file path=ppt/slides/_rels/slide2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4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24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4.xml"/><Relationship Id="rId5" Type="http://schemas.openxmlformats.org/officeDocument/2006/relationships/diagramLayout" Target="../diagrams/layout24.xml"/><Relationship Id="rId4" Type="http://schemas.openxmlformats.org/officeDocument/2006/relationships/diagramData" Target="../diagrams/data24.xml"/></Relationships>
</file>

<file path=ppt/slides/_rels/slide2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5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25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5.xml"/><Relationship Id="rId5" Type="http://schemas.openxmlformats.org/officeDocument/2006/relationships/diagramLayout" Target="../diagrams/layout25.xml"/><Relationship Id="rId4" Type="http://schemas.openxmlformats.org/officeDocument/2006/relationships/diagramData" Target="../diagrams/data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-22693"/>
            <a:ext cx="9143998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384720" y="-2407841"/>
            <a:ext cx="4374557" cy="9144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55756" y="-2236808"/>
            <a:ext cx="4374128" cy="880235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-22690"/>
            <a:ext cx="6406863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4459073" y="-1032053"/>
            <a:ext cx="3742610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86118" y="735106"/>
            <a:ext cx="7540322" cy="2928470"/>
          </a:xfrm>
        </p:spPr>
        <p:txBody>
          <a:bodyPr anchor="b">
            <a:normAutofit/>
          </a:bodyPr>
          <a:lstStyle/>
          <a:p>
            <a:pPr algn="l"/>
            <a:r>
              <a:rPr lang="fr-FR" sz="4200" dirty="0">
                <a:solidFill>
                  <a:srgbClr val="FFFFFF"/>
                </a:solidFill>
              </a:rPr>
              <a:t>Séance - Ensembles, relations &amp; fonctions</a:t>
            </a:r>
          </a:p>
          <a:p>
            <a:pPr algn="l"/>
            <a:r>
              <a:rPr lang="fr-FR" sz="4200" dirty="0">
                <a:solidFill>
                  <a:srgbClr val="FFFFFF"/>
                </a:solidFill>
              </a:rPr>
              <a:t>Mathématiques pour </a:t>
            </a:r>
            <a:r>
              <a:rPr lang="fr-FR" sz="4200" dirty="0" err="1">
                <a:solidFill>
                  <a:srgbClr val="FFFFFF"/>
                </a:solidFill>
              </a:rPr>
              <a:t>lnformaticiens</a:t>
            </a:r>
            <a:endParaRPr lang="fr-FR" sz="4200" dirty="0">
              <a:solidFill>
                <a:srgbClr val="FFFFFF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13011" y="4870824"/>
            <a:ext cx="7504463" cy="1458258"/>
          </a:xfrm>
        </p:spPr>
        <p:txBody>
          <a:bodyPr anchor="ctr">
            <a:normAutofit/>
          </a:bodyPr>
          <a:lstStyle/>
          <a:p>
            <a:pPr algn="l">
              <a:lnSpc>
                <a:spcPct val="90000"/>
              </a:lnSpc>
            </a:pPr>
            <a:r>
              <a:t>Ensembles &amp; opérations • Fonctions • Injection/Surjection/Bijection • Cardinaux • Relations d’équivalence</a:t>
            </a:r>
            <a:endParaRPr lang="en-US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000" y="144000"/>
            <a:ext cx="1368000" cy="792000"/>
          </a:xfrm>
          <a:prstGeom prst="rect">
            <a:avLst/>
          </a:prstGeom>
        </p:spPr>
      </p:pic>
      <p:pic>
        <p:nvPicPr>
          <p:cNvPr id="5" name="Picture 4" descr="log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0000" y="144000"/>
            <a:ext cx="1368000" cy="792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3500">
                <a:solidFill>
                  <a:srgbClr val="FFFFFF"/>
                </a:solidFill>
              </a:rPr>
              <a:t>Objectifs de la séance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000" y="144000"/>
            <a:ext cx="1368000" cy="792000"/>
          </a:xfrm>
          <a:prstGeom prst="rect">
            <a:avLst/>
          </a:prstGeom>
        </p:spPr>
      </p:pic>
      <p:pic>
        <p:nvPicPr>
          <p:cNvPr id="5" name="Picture 4" descr="log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0000" y="144000"/>
            <a:ext cx="1368000" cy="792000"/>
          </a:xfrm>
          <a:prstGeom prst="rect">
            <a:avLst/>
          </a:prstGeom>
        </p:spPr>
      </p:pic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4AEB9277-FB64-00E3-59BE-CE455E05EDF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91863351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fr-FR" sz="3200" dirty="0">
                <a:solidFill>
                  <a:srgbClr val="FFFFFF"/>
                </a:solidFill>
              </a:rPr>
              <a:t>Motivation - Paradoxe de Russell (intuition)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000" y="144000"/>
            <a:ext cx="1368000" cy="792000"/>
          </a:xfrm>
          <a:prstGeom prst="rect">
            <a:avLst/>
          </a:prstGeom>
        </p:spPr>
      </p:pic>
      <p:pic>
        <p:nvPicPr>
          <p:cNvPr id="5" name="Picture 4" descr="log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0000" y="144000"/>
            <a:ext cx="1368000" cy="792000"/>
          </a:xfrm>
          <a:prstGeom prst="rect">
            <a:avLst/>
          </a:prstGeom>
        </p:spPr>
      </p:pic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5591C0D7-B432-2CBD-79DC-B374AE925DA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25807904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3500">
                <a:solidFill>
                  <a:srgbClr val="FFFFFF"/>
                </a:solidFill>
              </a:rPr>
              <a:t>Définir un ensemble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000" y="144000"/>
            <a:ext cx="1368000" cy="792000"/>
          </a:xfrm>
          <a:prstGeom prst="rect">
            <a:avLst/>
          </a:prstGeom>
        </p:spPr>
      </p:pic>
      <p:pic>
        <p:nvPicPr>
          <p:cNvPr id="5" name="Picture 4" descr="log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0000" y="144000"/>
            <a:ext cx="1368000" cy="792000"/>
          </a:xfrm>
          <a:prstGeom prst="rect">
            <a:avLst/>
          </a:prstGeom>
        </p:spPr>
      </p:pic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A60A54D4-405E-5BFE-E902-C3B380A7D18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41838854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3500">
                <a:solidFill>
                  <a:srgbClr val="FFFFFF"/>
                </a:solidFill>
              </a:rPr>
              <a:t>Inclusion &amp; égalité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000" y="144000"/>
            <a:ext cx="1368000" cy="792000"/>
          </a:xfrm>
          <a:prstGeom prst="rect">
            <a:avLst/>
          </a:prstGeom>
        </p:spPr>
      </p:pic>
      <p:pic>
        <p:nvPicPr>
          <p:cNvPr id="5" name="Picture 4" descr="log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0000" y="144000"/>
            <a:ext cx="1368000" cy="792000"/>
          </a:xfrm>
          <a:prstGeom prst="rect">
            <a:avLst/>
          </a:prstGeom>
        </p:spPr>
      </p:pic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0FCD72F7-5EBF-6132-3F29-5C02A7070CE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37545617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2500">
                <a:solidFill>
                  <a:srgbClr val="FFFFFF"/>
                </a:solidFill>
              </a:rPr>
              <a:t>Union, intersection, complémentaire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000" y="144000"/>
            <a:ext cx="1368000" cy="792000"/>
          </a:xfrm>
          <a:prstGeom prst="rect">
            <a:avLst/>
          </a:prstGeom>
        </p:spPr>
      </p:pic>
      <p:pic>
        <p:nvPicPr>
          <p:cNvPr id="5" name="Picture 4" descr="log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0000" y="144000"/>
            <a:ext cx="1368000" cy="792000"/>
          </a:xfrm>
          <a:prstGeom prst="rect">
            <a:avLst/>
          </a:prstGeom>
        </p:spPr>
      </p:pic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B0F526E2-C5D0-1FDE-A70F-D9F9331F943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96643407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3500">
                <a:solidFill>
                  <a:srgbClr val="FFFFFF"/>
                </a:solidFill>
              </a:rPr>
              <a:t>Règles de calcul (rappels)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000" y="144000"/>
            <a:ext cx="1368000" cy="792000"/>
          </a:xfrm>
          <a:prstGeom prst="rect">
            <a:avLst/>
          </a:prstGeom>
        </p:spPr>
      </p:pic>
      <p:pic>
        <p:nvPicPr>
          <p:cNvPr id="5" name="Picture 4" descr="log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0000" y="144000"/>
            <a:ext cx="1368000" cy="792000"/>
          </a:xfrm>
          <a:prstGeom prst="rect">
            <a:avLst/>
          </a:prstGeom>
        </p:spPr>
      </p:pic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BC2DA331-60E7-242B-3EF3-C25AA2F41F6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53255844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3500">
                <a:solidFill>
                  <a:srgbClr val="FFFFFF"/>
                </a:solidFill>
              </a:rPr>
              <a:t>Produit cartésien E×F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000" y="144000"/>
            <a:ext cx="1368000" cy="792000"/>
          </a:xfrm>
          <a:prstGeom prst="rect">
            <a:avLst/>
          </a:prstGeom>
        </p:spPr>
      </p:pic>
      <p:pic>
        <p:nvPicPr>
          <p:cNvPr id="5" name="Picture 4" descr="log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0000" y="144000"/>
            <a:ext cx="1368000" cy="792000"/>
          </a:xfrm>
          <a:prstGeom prst="rect">
            <a:avLst/>
          </a:prstGeom>
        </p:spPr>
      </p:pic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E1AF62E8-AD4F-ACB7-1398-5F66E08B4CE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85818051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3200">
                <a:solidFill>
                  <a:srgbClr val="FFFFFF"/>
                </a:solidFill>
              </a:rPr>
              <a:t>Applications (fonctions)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000" y="144000"/>
            <a:ext cx="1368000" cy="792000"/>
          </a:xfrm>
          <a:prstGeom prst="rect">
            <a:avLst/>
          </a:prstGeom>
        </p:spPr>
      </p:pic>
      <p:pic>
        <p:nvPicPr>
          <p:cNvPr id="5" name="Picture 4" descr="log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0000" y="144000"/>
            <a:ext cx="1368000" cy="792000"/>
          </a:xfrm>
          <a:prstGeom prst="rect">
            <a:avLst/>
          </a:prstGeom>
        </p:spPr>
      </p:pic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2C0D163E-032A-33A6-4452-53C2297F434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718950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3200">
                <a:solidFill>
                  <a:srgbClr val="FFFFFF"/>
                </a:solidFill>
              </a:rPr>
              <a:t>Composition &amp; restriction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000" y="144000"/>
            <a:ext cx="1368000" cy="792000"/>
          </a:xfrm>
          <a:prstGeom prst="rect">
            <a:avLst/>
          </a:prstGeom>
        </p:spPr>
      </p:pic>
      <p:pic>
        <p:nvPicPr>
          <p:cNvPr id="5" name="Picture 4" descr="log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0000" y="144000"/>
            <a:ext cx="1368000" cy="792000"/>
          </a:xfrm>
          <a:prstGeom prst="rect">
            <a:avLst/>
          </a:prstGeom>
        </p:spPr>
      </p:pic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73A1178C-ED01-85DB-8273-A5D8BFE40C2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33020694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3500">
                <a:solidFill>
                  <a:srgbClr val="FFFFFF"/>
                </a:solidFill>
              </a:rPr>
              <a:t>Image directe &amp; image réciproque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000" y="144000"/>
            <a:ext cx="1368000" cy="792000"/>
          </a:xfrm>
          <a:prstGeom prst="rect">
            <a:avLst/>
          </a:prstGeom>
        </p:spPr>
      </p:pic>
      <p:pic>
        <p:nvPicPr>
          <p:cNvPr id="5" name="Picture 4" descr="log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0000" y="144000"/>
            <a:ext cx="1368000" cy="792000"/>
          </a:xfrm>
          <a:prstGeom prst="rect">
            <a:avLst/>
          </a:prstGeom>
        </p:spPr>
      </p:pic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85D6C5CB-E09E-179D-CBE6-459B67427FE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55379802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3200">
                <a:solidFill>
                  <a:srgbClr val="FFFFFF"/>
                </a:solidFill>
              </a:rPr>
              <a:t>Antécédents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000" y="144000"/>
            <a:ext cx="1368000" cy="792000"/>
          </a:xfrm>
          <a:prstGeom prst="rect">
            <a:avLst/>
          </a:prstGeom>
        </p:spPr>
      </p:pic>
      <p:pic>
        <p:nvPicPr>
          <p:cNvPr id="5" name="Picture 4" descr="log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0000" y="144000"/>
            <a:ext cx="1368000" cy="792000"/>
          </a:xfrm>
          <a:prstGeom prst="rect">
            <a:avLst/>
          </a:prstGeom>
        </p:spPr>
      </p:pic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83E860FF-92F0-D5E1-E962-FBCBD99C5AC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05131013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3500">
                <a:solidFill>
                  <a:srgbClr val="FFFFFF"/>
                </a:solidFill>
              </a:rPr>
              <a:t>Injection • Surjection • Bijection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000" y="144000"/>
            <a:ext cx="1368000" cy="792000"/>
          </a:xfrm>
          <a:prstGeom prst="rect">
            <a:avLst/>
          </a:prstGeom>
        </p:spPr>
      </p:pic>
      <p:pic>
        <p:nvPicPr>
          <p:cNvPr id="5" name="Picture 4" descr="log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0000" y="144000"/>
            <a:ext cx="1368000" cy="792000"/>
          </a:xfrm>
          <a:prstGeom prst="rect">
            <a:avLst/>
          </a:prstGeom>
        </p:spPr>
      </p:pic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D1DDB58A-E109-BFD4-8A39-0EAF28C1339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97268058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3500">
                <a:solidFill>
                  <a:srgbClr val="FFFFFF"/>
                </a:solidFill>
              </a:rPr>
              <a:t>Exemples (rapides)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000" y="144000"/>
            <a:ext cx="1368000" cy="792000"/>
          </a:xfrm>
          <a:prstGeom prst="rect">
            <a:avLst/>
          </a:prstGeom>
        </p:spPr>
      </p:pic>
      <p:pic>
        <p:nvPicPr>
          <p:cNvPr id="5" name="Picture 4" descr="log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0000" y="144000"/>
            <a:ext cx="1368000" cy="792000"/>
          </a:xfrm>
          <a:prstGeom prst="rect">
            <a:avLst/>
          </a:prstGeom>
        </p:spPr>
      </p:pic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114B12D8-D4F1-ABAF-AEEF-79130C5293D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11652332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3500">
                <a:solidFill>
                  <a:srgbClr val="FFFFFF"/>
                </a:solidFill>
              </a:rPr>
              <a:t>Bijection et inverse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000" y="144000"/>
            <a:ext cx="1368000" cy="792000"/>
          </a:xfrm>
          <a:prstGeom prst="rect">
            <a:avLst/>
          </a:prstGeom>
        </p:spPr>
      </p:pic>
      <p:pic>
        <p:nvPicPr>
          <p:cNvPr id="5" name="Picture 4" descr="log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0000" y="144000"/>
            <a:ext cx="1368000" cy="792000"/>
          </a:xfrm>
          <a:prstGeom prst="rect">
            <a:avLst/>
          </a:prstGeom>
        </p:spPr>
      </p:pic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383FC5DB-4D8B-E8B1-F3D5-05AFFBC8605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24298244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3500">
                <a:solidFill>
                  <a:srgbClr val="FFFFFF"/>
                </a:solidFill>
              </a:rPr>
              <a:t>Ensembles finis — cardinal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000" y="144000"/>
            <a:ext cx="1368000" cy="792000"/>
          </a:xfrm>
          <a:prstGeom prst="rect">
            <a:avLst/>
          </a:prstGeom>
        </p:spPr>
      </p:pic>
      <p:pic>
        <p:nvPicPr>
          <p:cNvPr id="5" name="Picture 4" descr="log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0000" y="144000"/>
            <a:ext cx="1368000" cy="792000"/>
          </a:xfrm>
          <a:prstGeom prst="rect">
            <a:avLst/>
          </a:prstGeom>
        </p:spPr>
      </p:pic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CA997001-691A-C804-32C5-DA2AA563A98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93203352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3200">
                <a:solidFill>
                  <a:srgbClr val="FFFFFF"/>
                </a:solidFill>
              </a:rPr>
              <a:t>Principe des tiroirs (pigeonhole)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000" y="144000"/>
            <a:ext cx="1368000" cy="792000"/>
          </a:xfrm>
          <a:prstGeom prst="rect">
            <a:avLst/>
          </a:prstGeom>
        </p:spPr>
      </p:pic>
      <p:pic>
        <p:nvPicPr>
          <p:cNvPr id="5" name="Picture 4" descr="log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0000" y="144000"/>
            <a:ext cx="1368000" cy="792000"/>
          </a:xfrm>
          <a:prstGeom prst="rect">
            <a:avLst/>
          </a:prstGeom>
        </p:spPr>
      </p:pic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CF78BB36-665C-35D6-B5CF-79473E3DB09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81318114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2500">
                <a:solidFill>
                  <a:srgbClr val="FFFFFF"/>
                </a:solidFill>
              </a:rPr>
              <a:t>Dénombrement d’applications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000" y="144000"/>
            <a:ext cx="1368000" cy="792000"/>
          </a:xfrm>
          <a:prstGeom prst="rect">
            <a:avLst/>
          </a:prstGeom>
        </p:spPr>
      </p:pic>
      <p:pic>
        <p:nvPicPr>
          <p:cNvPr id="5" name="Picture 4" descr="log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0000" y="144000"/>
            <a:ext cx="1368000" cy="792000"/>
          </a:xfrm>
          <a:prstGeom prst="rect">
            <a:avLst/>
          </a:prstGeom>
        </p:spPr>
      </p:pic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A45723D1-2398-F196-EAE9-EFFD0E5067F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61580154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3500">
                <a:solidFill>
                  <a:srgbClr val="FFFFFF"/>
                </a:solidFill>
              </a:rPr>
              <a:t>Parties &amp; coefficients binomiaux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000" y="144000"/>
            <a:ext cx="1368000" cy="792000"/>
          </a:xfrm>
          <a:prstGeom prst="rect">
            <a:avLst/>
          </a:prstGeom>
        </p:spPr>
      </p:pic>
      <p:pic>
        <p:nvPicPr>
          <p:cNvPr id="5" name="Picture 4" descr="log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0000" y="144000"/>
            <a:ext cx="1368000" cy="792000"/>
          </a:xfrm>
          <a:prstGeom prst="rect">
            <a:avLst/>
          </a:prstGeom>
        </p:spPr>
      </p:pic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989BCB93-8EE9-7D93-03AF-7331283CDCD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04397070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3500">
                <a:solidFill>
                  <a:srgbClr val="FFFFFF"/>
                </a:solidFill>
              </a:rPr>
              <a:t>Binôme de Newton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000" y="144000"/>
            <a:ext cx="1368000" cy="792000"/>
          </a:xfrm>
          <a:prstGeom prst="rect">
            <a:avLst/>
          </a:prstGeom>
        </p:spPr>
      </p:pic>
      <p:pic>
        <p:nvPicPr>
          <p:cNvPr id="5" name="Picture 4" descr="log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0000" y="144000"/>
            <a:ext cx="1368000" cy="792000"/>
          </a:xfrm>
          <a:prstGeom prst="rect">
            <a:avLst/>
          </a:prstGeom>
        </p:spPr>
      </p:pic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8B559FDA-5AB9-5799-0EFF-25D095D4B90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23605449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3200">
                <a:solidFill>
                  <a:srgbClr val="FFFFFF"/>
                </a:solidFill>
              </a:rPr>
              <a:t>Relations &amp; équivalences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000" y="144000"/>
            <a:ext cx="1368000" cy="792000"/>
          </a:xfrm>
          <a:prstGeom prst="rect">
            <a:avLst/>
          </a:prstGeom>
        </p:spPr>
      </p:pic>
      <p:pic>
        <p:nvPicPr>
          <p:cNvPr id="5" name="Picture 4" descr="log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0000" y="144000"/>
            <a:ext cx="1368000" cy="792000"/>
          </a:xfrm>
          <a:prstGeom prst="rect">
            <a:avLst/>
          </a:prstGeom>
        </p:spPr>
      </p:pic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C3A315DF-78E0-A04C-3273-1700B5466EE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88696543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2700">
                <a:solidFill>
                  <a:srgbClr val="FFFFFF"/>
                </a:solidFill>
              </a:rPr>
              <a:t>Exemples d’équivalences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000" y="144000"/>
            <a:ext cx="1368000" cy="792000"/>
          </a:xfrm>
          <a:prstGeom prst="rect">
            <a:avLst/>
          </a:prstGeom>
        </p:spPr>
      </p:pic>
      <p:pic>
        <p:nvPicPr>
          <p:cNvPr id="5" name="Picture 4" descr="log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0000" y="144000"/>
            <a:ext cx="1368000" cy="792000"/>
          </a:xfrm>
          <a:prstGeom prst="rect">
            <a:avLst/>
          </a:prstGeom>
        </p:spPr>
      </p:pic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E7D97156-258B-ECF7-C398-99812C43267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99372021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3500">
                <a:solidFill>
                  <a:srgbClr val="FFFFFF"/>
                </a:solidFill>
              </a:rPr>
              <a:t>Q via des classes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000" y="144000"/>
            <a:ext cx="1368000" cy="792000"/>
          </a:xfrm>
          <a:prstGeom prst="rect">
            <a:avLst/>
          </a:prstGeom>
        </p:spPr>
      </p:pic>
      <p:pic>
        <p:nvPicPr>
          <p:cNvPr id="5" name="Picture 4" descr="log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0000" y="144000"/>
            <a:ext cx="1368000" cy="792000"/>
          </a:xfrm>
          <a:prstGeom prst="rect">
            <a:avLst/>
          </a:prstGeom>
        </p:spPr>
      </p:pic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932303FA-198A-DF6E-4943-2A5767C62E3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51099337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3200">
                <a:solidFill>
                  <a:srgbClr val="FFFFFF"/>
                </a:solidFill>
              </a:rPr>
              <a:t>Congruence modulo n et Z/nZ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000" y="144000"/>
            <a:ext cx="1368000" cy="792000"/>
          </a:xfrm>
          <a:prstGeom prst="rect">
            <a:avLst/>
          </a:prstGeom>
        </p:spPr>
      </p:pic>
      <p:pic>
        <p:nvPicPr>
          <p:cNvPr id="5" name="Picture 4" descr="log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0000" y="144000"/>
            <a:ext cx="1368000" cy="792000"/>
          </a:xfrm>
          <a:prstGeom prst="rect">
            <a:avLst/>
          </a:prstGeom>
        </p:spPr>
      </p:pic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9431867B-3678-D900-919D-3EE60B92DF4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73132407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2700">
                <a:solidFill>
                  <a:srgbClr val="FFFFFF"/>
                </a:solidFill>
              </a:rPr>
              <a:t>Mini‑exercices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000" y="144000"/>
            <a:ext cx="1368000" cy="792000"/>
          </a:xfrm>
          <a:prstGeom prst="rect">
            <a:avLst/>
          </a:prstGeom>
        </p:spPr>
      </p:pic>
      <p:pic>
        <p:nvPicPr>
          <p:cNvPr id="5" name="Picture 4" descr="log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0000" y="144000"/>
            <a:ext cx="1368000" cy="792000"/>
          </a:xfrm>
          <a:prstGeom prst="rect">
            <a:avLst/>
          </a:prstGeom>
        </p:spPr>
      </p:pic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0AA839CA-A016-A723-7AE2-9B391B55DFF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97146280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3500">
                <a:solidFill>
                  <a:srgbClr val="FFFFFF"/>
                </a:solidFill>
              </a:rPr>
              <a:t>Wrap‑up &amp; transition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000" y="144000"/>
            <a:ext cx="1368000" cy="792000"/>
          </a:xfrm>
          <a:prstGeom prst="rect">
            <a:avLst/>
          </a:prstGeom>
        </p:spPr>
      </p:pic>
      <p:pic>
        <p:nvPicPr>
          <p:cNvPr id="5" name="Picture 4" descr="log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0000" y="144000"/>
            <a:ext cx="1368000" cy="792000"/>
          </a:xfrm>
          <a:prstGeom prst="rect">
            <a:avLst/>
          </a:prstGeom>
        </p:spPr>
      </p:pic>
      <p:graphicFrame>
        <p:nvGraphicFramePr>
          <p:cNvPr id="29" name="Content Placeholder 2">
            <a:extLst>
              <a:ext uri="{FF2B5EF4-FFF2-40B4-BE49-F238E27FC236}">
                <a16:creationId xmlns:a16="http://schemas.microsoft.com/office/drawing/2014/main" id="{FEF5BBC8-B205-E9F2-FBF5-4D7073D796B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64784180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1334</Words>
  <Application>Microsoft Office PowerPoint</Application>
  <PresentationFormat>On-screen Show (4:3)</PresentationFormat>
  <Paragraphs>107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Séance - Ensembles, relations &amp; fonctions Mathématiques pour lnformaticiens</vt:lpstr>
      <vt:lpstr>Objectifs de la séance</vt:lpstr>
      <vt:lpstr>Motivation - Paradoxe de Russell (intuition)</vt:lpstr>
      <vt:lpstr>Définir un ensemble</vt:lpstr>
      <vt:lpstr>Inclusion &amp; égalité</vt:lpstr>
      <vt:lpstr>Union, intersection, complémentaire</vt:lpstr>
      <vt:lpstr>Règles de calcul (rappels)</vt:lpstr>
      <vt:lpstr>Produit cartésien E×F</vt:lpstr>
      <vt:lpstr>Applications (fonctions)</vt:lpstr>
      <vt:lpstr>Composition &amp; restriction</vt:lpstr>
      <vt:lpstr>Image directe &amp; image réciproque</vt:lpstr>
      <vt:lpstr>Antécédents</vt:lpstr>
      <vt:lpstr>Injection • Surjection • Bijection</vt:lpstr>
      <vt:lpstr>Exemples (rapides)</vt:lpstr>
      <vt:lpstr>Bijection et inverse</vt:lpstr>
      <vt:lpstr>Ensembles finis — cardinal</vt:lpstr>
      <vt:lpstr>Principe des tiroirs (pigeonhole)</vt:lpstr>
      <vt:lpstr>Dénombrement d’applications</vt:lpstr>
      <vt:lpstr>Parties &amp; coefficients binomiaux</vt:lpstr>
      <vt:lpstr>Binôme de Newton</vt:lpstr>
      <vt:lpstr>Relations &amp; équivalences</vt:lpstr>
      <vt:lpstr>Exemples d’équivalences</vt:lpstr>
      <vt:lpstr>Q via des classes</vt:lpstr>
      <vt:lpstr>Congruence modulo n et Z/nZ</vt:lpstr>
      <vt:lpstr>Mini‑exercices</vt:lpstr>
      <vt:lpstr>Wrap‑up &amp; transition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Geovany Batista Polo Laguerre</cp:lastModifiedBy>
  <cp:revision>4</cp:revision>
  <dcterms:created xsi:type="dcterms:W3CDTF">2013-01-27T09:14:16Z</dcterms:created>
  <dcterms:modified xsi:type="dcterms:W3CDTF">2025-09-17T14:48:07Z</dcterms:modified>
  <cp:category/>
</cp:coreProperties>
</file>