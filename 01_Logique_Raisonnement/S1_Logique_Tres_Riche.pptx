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4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5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6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7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8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9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0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1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22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23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24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25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59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848A71-B537-4823-B7AC-482C1B4BFB4F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582BD9F-E841-44E1-82C1-34FCE8558807}">
      <dgm:prSet/>
      <dgm:spPr/>
      <dgm:t>
        <a:bodyPr/>
        <a:lstStyle/>
        <a:p>
          <a:r>
            <a:rPr lang="en-US"/>
            <a:t>Comprendre la notion d’assertion (vrai/faux) et les connecteurs logiques</a:t>
          </a:r>
        </a:p>
      </dgm:t>
    </dgm:pt>
    <dgm:pt modelId="{BFE3022E-B718-4DE1-A645-8C439B749DC7}" type="parTrans" cxnId="{E0C5012C-5C0B-4EDD-A1CC-F68F300BD586}">
      <dgm:prSet/>
      <dgm:spPr/>
      <dgm:t>
        <a:bodyPr/>
        <a:lstStyle/>
        <a:p>
          <a:endParaRPr lang="en-US"/>
        </a:p>
      </dgm:t>
    </dgm:pt>
    <dgm:pt modelId="{7F55E85B-C219-4A68-B628-6A9D51863040}" type="sibTrans" cxnId="{E0C5012C-5C0B-4EDD-A1CC-F68F300BD586}">
      <dgm:prSet/>
      <dgm:spPr/>
      <dgm:t>
        <a:bodyPr/>
        <a:lstStyle/>
        <a:p>
          <a:endParaRPr lang="en-US"/>
        </a:p>
      </dgm:t>
    </dgm:pt>
    <dgm:pt modelId="{E3A50FEC-C3B4-4515-B65E-E6271CD4A99D}">
      <dgm:prSet/>
      <dgm:spPr/>
      <dgm:t>
        <a:bodyPr/>
        <a:lstStyle/>
        <a:p>
          <a:r>
            <a:rPr lang="en-US"/>
            <a:t>Construire et lire des tables de vérité</a:t>
          </a:r>
        </a:p>
      </dgm:t>
    </dgm:pt>
    <dgm:pt modelId="{49787166-1DFB-473F-B08A-3EC790A06407}" type="parTrans" cxnId="{EA147785-DB26-4252-A48E-64A8CB41C347}">
      <dgm:prSet/>
      <dgm:spPr/>
      <dgm:t>
        <a:bodyPr/>
        <a:lstStyle/>
        <a:p>
          <a:endParaRPr lang="en-US"/>
        </a:p>
      </dgm:t>
    </dgm:pt>
    <dgm:pt modelId="{D3E8FDA3-6631-432B-A618-55798F4BC862}" type="sibTrans" cxnId="{EA147785-DB26-4252-A48E-64A8CB41C347}">
      <dgm:prSet/>
      <dgm:spPr/>
      <dgm:t>
        <a:bodyPr/>
        <a:lstStyle/>
        <a:p>
          <a:endParaRPr lang="en-US"/>
        </a:p>
      </dgm:t>
    </dgm:pt>
    <dgm:pt modelId="{4856EBF5-E789-4CA2-BF92-DAE52D180028}">
      <dgm:prSet/>
      <dgm:spPr/>
      <dgm:t>
        <a:bodyPr/>
        <a:lstStyle/>
        <a:p>
          <a:r>
            <a:rPr lang="en-US"/>
            <a:t>Utiliser quelques équivalences clés (De Morgan, contraposée, implication↔disjonction)</a:t>
          </a:r>
        </a:p>
      </dgm:t>
    </dgm:pt>
    <dgm:pt modelId="{FFEF581A-C885-4890-982A-E746D20B09AB}" type="parTrans" cxnId="{F385227D-FEA3-404D-8D06-BBB1B00F558E}">
      <dgm:prSet/>
      <dgm:spPr/>
      <dgm:t>
        <a:bodyPr/>
        <a:lstStyle/>
        <a:p>
          <a:endParaRPr lang="en-US"/>
        </a:p>
      </dgm:t>
    </dgm:pt>
    <dgm:pt modelId="{9E334740-C36C-429D-A833-E86A372024FD}" type="sibTrans" cxnId="{F385227D-FEA3-404D-8D06-BBB1B00F558E}">
      <dgm:prSet/>
      <dgm:spPr/>
      <dgm:t>
        <a:bodyPr/>
        <a:lstStyle/>
        <a:p>
          <a:endParaRPr lang="en-US"/>
        </a:p>
      </dgm:t>
    </dgm:pt>
    <dgm:pt modelId="{D79F11AA-1C8B-464F-9253-F5A1C9B8B8AE}">
      <dgm:prSet/>
      <dgm:spPr/>
      <dgm:t>
        <a:bodyPr/>
        <a:lstStyle/>
        <a:p>
          <a:r>
            <a:rPr lang="en-US"/>
            <a:t>Découvrir ∀ (pour tout) et ∃ (il existe) + leur négation</a:t>
          </a:r>
        </a:p>
      </dgm:t>
    </dgm:pt>
    <dgm:pt modelId="{DB518D17-1FA2-4047-A969-69D8712A0F63}" type="parTrans" cxnId="{7D6600C4-828F-485D-90B8-8042246A9E40}">
      <dgm:prSet/>
      <dgm:spPr/>
      <dgm:t>
        <a:bodyPr/>
        <a:lstStyle/>
        <a:p>
          <a:endParaRPr lang="en-US"/>
        </a:p>
      </dgm:t>
    </dgm:pt>
    <dgm:pt modelId="{3EF87483-A1FA-4FFB-8AEE-69AB666648F5}" type="sibTrans" cxnId="{7D6600C4-828F-485D-90B8-8042246A9E40}">
      <dgm:prSet/>
      <dgm:spPr/>
      <dgm:t>
        <a:bodyPr/>
        <a:lstStyle/>
        <a:p>
          <a:endParaRPr lang="en-US"/>
        </a:p>
      </dgm:t>
    </dgm:pt>
    <dgm:pt modelId="{837ED1CD-7153-497C-A0E0-0AC2E216CAE9}">
      <dgm:prSet/>
      <dgm:spPr/>
      <dgm:t>
        <a:bodyPr/>
        <a:lstStyle/>
        <a:p>
          <a:r>
            <a:rPr lang="en-US"/>
            <a:t>Pratiquer 5 schémas de raisonnement : direct, cas par cas, contraposée, absurde, contre-exemple ; aperçu récurrence</a:t>
          </a:r>
        </a:p>
      </dgm:t>
    </dgm:pt>
    <dgm:pt modelId="{570DBEC2-7633-48B8-B54D-C5BA2B23F83B}" type="parTrans" cxnId="{008CB41B-8616-4546-A21B-D270F56901A9}">
      <dgm:prSet/>
      <dgm:spPr/>
      <dgm:t>
        <a:bodyPr/>
        <a:lstStyle/>
        <a:p>
          <a:endParaRPr lang="en-US"/>
        </a:p>
      </dgm:t>
    </dgm:pt>
    <dgm:pt modelId="{D8F3BF84-AE8B-4C45-8087-C0E27A5E8070}" type="sibTrans" cxnId="{008CB41B-8616-4546-A21B-D270F56901A9}">
      <dgm:prSet/>
      <dgm:spPr/>
      <dgm:t>
        <a:bodyPr/>
        <a:lstStyle/>
        <a:p>
          <a:endParaRPr lang="en-US"/>
        </a:p>
      </dgm:t>
    </dgm:pt>
    <dgm:pt modelId="{508F3C8A-507A-49F4-8F88-B2C7E0272AC4}" type="pres">
      <dgm:prSet presAssocID="{DA848A71-B537-4823-B7AC-482C1B4BFB4F}" presName="Name0" presStyleCnt="0">
        <dgm:presLayoutVars>
          <dgm:dir/>
          <dgm:resizeHandles val="exact"/>
        </dgm:presLayoutVars>
      </dgm:prSet>
      <dgm:spPr/>
    </dgm:pt>
    <dgm:pt modelId="{13CA606E-A8CE-43A1-9D52-0CEA414A1157}" type="pres">
      <dgm:prSet presAssocID="{E582BD9F-E841-44E1-82C1-34FCE8558807}" presName="node" presStyleLbl="node1" presStyleIdx="0" presStyleCnt="5">
        <dgm:presLayoutVars>
          <dgm:bulletEnabled val="1"/>
        </dgm:presLayoutVars>
      </dgm:prSet>
      <dgm:spPr/>
    </dgm:pt>
    <dgm:pt modelId="{E3D75427-8B37-4C1C-8F51-02634804A936}" type="pres">
      <dgm:prSet presAssocID="{7F55E85B-C219-4A68-B628-6A9D51863040}" presName="sibTrans" presStyleLbl="sibTrans1D1" presStyleIdx="0" presStyleCnt="4"/>
      <dgm:spPr/>
    </dgm:pt>
    <dgm:pt modelId="{1916B813-9DC7-4F0D-AF0A-1E54EFBA6002}" type="pres">
      <dgm:prSet presAssocID="{7F55E85B-C219-4A68-B628-6A9D51863040}" presName="connectorText" presStyleLbl="sibTrans1D1" presStyleIdx="0" presStyleCnt="4"/>
      <dgm:spPr/>
    </dgm:pt>
    <dgm:pt modelId="{CFCD79A2-A442-438B-AD3E-9753DCA191AD}" type="pres">
      <dgm:prSet presAssocID="{E3A50FEC-C3B4-4515-B65E-E6271CD4A99D}" presName="node" presStyleLbl="node1" presStyleIdx="1" presStyleCnt="5">
        <dgm:presLayoutVars>
          <dgm:bulletEnabled val="1"/>
        </dgm:presLayoutVars>
      </dgm:prSet>
      <dgm:spPr/>
    </dgm:pt>
    <dgm:pt modelId="{C46F2694-6591-4C06-A0D4-A37601926A26}" type="pres">
      <dgm:prSet presAssocID="{D3E8FDA3-6631-432B-A618-55798F4BC862}" presName="sibTrans" presStyleLbl="sibTrans1D1" presStyleIdx="1" presStyleCnt="4"/>
      <dgm:spPr/>
    </dgm:pt>
    <dgm:pt modelId="{935C6475-4C48-4FB4-8CDA-8D20B255C5AC}" type="pres">
      <dgm:prSet presAssocID="{D3E8FDA3-6631-432B-A618-55798F4BC862}" presName="connectorText" presStyleLbl="sibTrans1D1" presStyleIdx="1" presStyleCnt="4"/>
      <dgm:spPr/>
    </dgm:pt>
    <dgm:pt modelId="{4736B95C-262D-4B50-98D4-DF57DEF517EC}" type="pres">
      <dgm:prSet presAssocID="{4856EBF5-E789-4CA2-BF92-DAE52D180028}" presName="node" presStyleLbl="node1" presStyleIdx="2" presStyleCnt="5">
        <dgm:presLayoutVars>
          <dgm:bulletEnabled val="1"/>
        </dgm:presLayoutVars>
      </dgm:prSet>
      <dgm:spPr/>
    </dgm:pt>
    <dgm:pt modelId="{84798AB3-324A-4F59-92CA-711F838214DA}" type="pres">
      <dgm:prSet presAssocID="{9E334740-C36C-429D-A833-E86A372024FD}" presName="sibTrans" presStyleLbl="sibTrans1D1" presStyleIdx="2" presStyleCnt="4"/>
      <dgm:spPr/>
    </dgm:pt>
    <dgm:pt modelId="{A1A2CFD4-A916-437D-BCCA-A81DB297407C}" type="pres">
      <dgm:prSet presAssocID="{9E334740-C36C-429D-A833-E86A372024FD}" presName="connectorText" presStyleLbl="sibTrans1D1" presStyleIdx="2" presStyleCnt="4"/>
      <dgm:spPr/>
    </dgm:pt>
    <dgm:pt modelId="{FC0596A6-2D95-45E6-A824-3AA6F2D55D10}" type="pres">
      <dgm:prSet presAssocID="{D79F11AA-1C8B-464F-9253-F5A1C9B8B8AE}" presName="node" presStyleLbl="node1" presStyleIdx="3" presStyleCnt="5">
        <dgm:presLayoutVars>
          <dgm:bulletEnabled val="1"/>
        </dgm:presLayoutVars>
      </dgm:prSet>
      <dgm:spPr/>
    </dgm:pt>
    <dgm:pt modelId="{6F1B89F4-0412-4AE7-AEC9-F4009C0D662F}" type="pres">
      <dgm:prSet presAssocID="{3EF87483-A1FA-4FFB-8AEE-69AB666648F5}" presName="sibTrans" presStyleLbl="sibTrans1D1" presStyleIdx="3" presStyleCnt="4"/>
      <dgm:spPr/>
    </dgm:pt>
    <dgm:pt modelId="{396C6022-CDF6-4C22-B9F6-E675C354B41E}" type="pres">
      <dgm:prSet presAssocID="{3EF87483-A1FA-4FFB-8AEE-69AB666648F5}" presName="connectorText" presStyleLbl="sibTrans1D1" presStyleIdx="3" presStyleCnt="4"/>
      <dgm:spPr/>
    </dgm:pt>
    <dgm:pt modelId="{DA3A63EA-BFFB-438F-A979-02A1DC3DDD49}" type="pres">
      <dgm:prSet presAssocID="{837ED1CD-7153-497C-A0E0-0AC2E216CAE9}" presName="node" presStyleLbl="node1" presStyleIdx="4" presStyleCnt="5">
        <dgm:presLayoutVars>
          <dgm:bulletEnabled val="1"/>
        </dgm:presLayoutVars>
      </dgm:prSet>
      <dgm:spPr/>
    </dgm:pt>
  </dgm:ptLst>
  <dgm:cxnLst>
    <dgm:cxn modelId="{F5961909-C5FA-42C3-A93B-86E8F7C9131E}" type="presOf" srcId="{7F55E85B-C219-4A68-B628-6A9D51863040}" destId="{E3D75427-8B37-4C1C-8F51-02634804A936}" srcOrd="0" destOrd="0" presId="urn:microsoft.com/office/officeart/2016/7/layout/RepeatingBendingProcessNew"/>
    <dgm:cxn modelId="{3EC7D40B-607E-4A81-B57A-8C1A840A3D82}" type="presOf" srcId="{4856EBF5-E789-4CA2-BF92-DAE52D180028}" destId="{4736B95C-262D-4B50-98D4-DF57DEF517EC}" srcOrd="0" destOrd="0" presId="urn:microsoft.com/office/officeart/2016/7/layout/RepeatingBendingProcessNew"/>
    <dgm:cxn modelId="{57A7BE0C-0914-4612-9743-017B7982787B}" type="presOf" srcId="{D79F11AA-1C8B-464F-9253-F5A1C9B8B8AE}" destId="{FC0596A6-2D95-45E6-A824-3AA6F2D55D10}" srcOrd="0" destOrd="0" presId="urn:microsoft.com/office/officeart/2016/7/layout/RepeatingBendingProcessNew"/>
    <dgm:cxn modelId="{008CB41B-8616-4546-A21B-D270F56901A9}" srcId="{DA848A71-B537-4823-B7AC-482C1B4BFB4F}" destId="{837ED1CD-7153-497C-A0E0-0AC2E216CAE9}" srcOrd="4" destOrd="0" parTransId="{570DBEC2-7633-48B8-B54D-C5BA2B23F83B}" sibTransId="{D8F3BF84-AE8B-4C45-8087-C0E27A5E8070}"/>
    <dgm:cxn modelId="{B00D9E1C-70B8-454D-BDC4-FC91064B6544}" type="presOf" srcId="{7F55E85B-C219-4A68-B628-6A9D51863040}" destId="{1916B813-9DC7-4F0D-AF0A-1E54EFBA6002}" srcOrd="1" destOrd="0" presId="urn:microsoft.com/office/officeart/2016/7/layout/RepeatingBendingProcessNew"/>
    <dgm:cxn modelId="{96C70F20-BF75-4F10-8054-7C97B1869C66}" type="presOf" srcId="{837ED1CD-7153-497C-A0E0-0AC2E216CAE9}" destId="{DA3A63EA-BFFB-438F-A979-02A1DC3DDD49}" srcOrd="0" destOrd="0" presId="urn:microsoft.com/office/officeart/2016/7/layout/RepeatingBendingProcessNew"/>
    <dgm:cxn modelId="{E0C5012C-5C0B-4EDD-A1CC-F68F300BD586}" srcId="{DA848A71-B537-4823-B7AC-482C1B4BFB4F}" destId="{E582BD9F-E841-44E1-82C1-34FCE8558807}" srcOrd="0" destOrd="0" parTransId="{BFE3022E-B718-4DE1-A645-8C439B749DC7}" sibTransId="{7F55E85B-C219-4A68-B628-6A9D51863040}"/>
    <dgm:cxn modelId="{BA50AB5E-FD2C-4E81-8F9D-EB13477B575A}" type="presOf" srcId="{9E334740-C36C-429D-A833-E86A372024FD}" destId="{84798AB3-324A-4F59-92CA-711F838214DA}" srcOrd="0" destOrd="0" presId="urn:microsoft.com/office/officeart/2016/7/layout/RepeatingBendingProcessNew"/>
    <dgm:cxn modelId="{2DD48872-9BD9-49F1-AF13-9AE36A9EEE5E}" type="presOf" srcId="{D3E8FDA3-6631-432B-A618-55798F4BC862}" destId="{935C6475-4C48-4FB4-8CDA-8D20B255C5AC}" srcOrd="1" destOrd="0" presId="urn:microsoft.com/office/officeart/2016/7/layout/RepeatingBendingProcessNew"/>
    <dgm:cxn modelId="{7323CE56-1651-43F3-B691-225C0BBCC517}" type="presOf" srcId="{D3E8FDA3-6631-432B-A618-55798F4BC862}" destId="{C46F2694-6591-4C06-A0D4-A37601926A26}" srcOrd="0" destOrd="0" presId="urn:microsoft.com/office/officeart/2016/7/layout/RepeatingBendingProcessNew"/>
    <dgm:cxn modelId="{7284E157-598F-4449-98AE-D4DFB834037A}" type="presOf" srcId="{E3A50FEC-C3B4-4515-B65E-E6271CD4A99D}" destId="{CFCD79A2-A442-438B-AD3E-9753DCA191AD}" srcOrd="0" destOrd="0" presId="urn:microsoft.com/office/officeart/2016/7/layout/RepeatingBendingProcessNew"/>
    <dgm:cxn modelId="{D62ACF59-116E-473E-A406-276657342A57}" type="presOf" srcId="{E582BD9F-E841-44E1-82C1-34FCE8558807}" destId="{13CA606E-A8CE-43A1-9D52-0CEA414A1157}" srcOrd="0" destOrd="0" presId="urn:microsoft.com/office/officeart/2016/7/layout/RepeatingBendingProcessNew"/>
    <dgm:cxn modelId="{F385227D-FEA3-404D-8D06-BBB1B00F558E}" srcId="{DA848A71-B537-4823-B7AC-482C1B4BFB4F}" destId="{4856EBF5-E789-4CA2-BF92-DAE52D180028}" srcOrd="2" destOrd="0" parTransId="{FFEF581A-C885-4890-982A-E746D20B09AB}" sibTransId="{9E334740-C36C-429D-A833-E86A372024FD}"/>
    <dgm:cxn modelId="{83FAF87E-0BE8-43BA-80E6-B9ACFC74BBC9}" type="presOf" srcId="{3EF87483-A1FA-4FFB-8AEE-69AB666648F5}" destId="{6F1B89F4-0412-4AE7-AEC9-F4009C0D662F}" srcOrd="0" destOrd="0" presId="urn:microsoft.com/office/officeart/2016/7/layout/RepeatingBendingProcessNew"/>
    <dgm:cxn modelId="{54A8C284-B091-486B-8DD3-B81617F38FC7}" type="presOf" srcId="{9E334740-C36C-429D-A833-E86A372024FD}" destId="{A1A2CFD4-A916-437D-BCCA-A81DB297407C}" srcOrd="1" destOrd="0" presId="urn:microsoft.com/office/officeart/2016/7/layout/RepeatingBendingProcessNew"/>
    <dgm:cxn modelId="{EA147785-DB26-4252-A48E-64A8CB41C347}" srcId="{DA848A71-B537-4823-B7AC-482C1B4BFB4F}" destId="{E3A50FEC-C3B4-4515-B65E-E6271CD4A99D}" srcOrd="1" destOrd="0" parTransId="{49787166-1DFB-473F-B08A-3EC790A06407}" sibTransId="{D3E8FDA3-6631-432B-A618-55798F4BC862}"/>
    <dgm:cxn modelId="{9A70B990-2B70-4D7F-845C-E6B10ED37ABA}" type="presOf" srcId="{3EF87483-A1FA-4FFB-8AEE-69AB666648F5}" destId="{396C6022-CDF6-4C22-B9F6-E675C354B41E}" srcOrd="1" destOrd="0" presId="urn:microsoft.com/office/officeart/2016/7/layout/RepeatingBendingProcessNew"/>
    <dgm:cxn modelId="{7D6600C4-828F-485D-90B8-8042246A9E40}" srcId="{DA848A71-B537-4823-B7AC-482C1B4BFB4F}" destId="{D79F11AA-1C8B-464F-9253-F5A1C9B8B8AE}" srcOrd="3" destOrd="0" parTransId="{DB518D17-1FA2-4047-A969-69D8712A0F63}" sibTransId="{3EF87483-A1FA-4FFB-8AEE-69AB666648F5}"/>
    <dgm:cxn modelId="{1C5E4AE8-9C27-40B8-86BF-BAC3B29D1BD7}" type="presOf" srcId="{DA848A71-B537-4823-B7AC-482C1B4BFB4F}" destId="{508F3C8A-507A-49F4-8F88-B2C7E0272AC4}" srcOrd="0" destOrd="0" presId="urn:microsoft.com/office/officeart/2016/7/layout/RepeatingBendingProcessNew"/>
    <dgm:cxn modelId="{B76BAE0A-69F9-4594-90DF-CB8D22F21002}" type="presParOf" srcId="{508F3C8A-507A-49F4-8F88-B2C7E0272AC4}" destId="{13CA606E-A8CE-43A1-9D52-0CEA414A1157}" srcOrd="0" destOrd="0" presId="urn:microsoft.com/office/officeart/2016/7/layout/RepeatingBendingProcessNew"/>
    <dgm:cxn modelId="{0408E4C5-50FB-449C-BD23-1D3DD07ECA24}" type="presParOf" srcId="{508F3C8A-507A-49F4-8F88-B2C7E0272AC4}" destId="{E3D75427-8B37-4C1C-8F51-02634804A936}" srcOrd="1" destOrd="0" presId="urn:microsoft.com/office/officeart/2016/7/layout/RepeatingBendingProcessNew"/>
    <dgm:cxn modelId="{60B619D6-1D07-48F3-9ABE-1AA8A64C5B79}" type="presParOf" srcId="{E3D75427-8B37-4C1C-8F51-02634804A936}" destId="{1916B813-9DC7-4F0D-AF0A-1E54EFBA6002}" srcOrd="0" destOrd="0" presId="urn:microsoft.com/office/officeart/2016/7/layout/RepeatingBendingProcessNew"/>
    <dgm:cxn modelId="{41A43526-951D-42AC-82A6-CC42E9CF7325}" type="presParOf" srcId="{508F3C8A-507A-49F4-8F88-B2C7E0272AC4}" destId="{CFCD79A2-A442-438B-AD3E-9753DCA191AD}" srcOrd="2" destOrd="0" presId="urn:microsoft.com/office/officeart/2016/7/layout/RepeatingBendingProcessNew"/>
    <dgm:cxn modelId="{858444BD-4622-4CA0-92E0-4E8688BAD025}" type="presParOf" srcId="{508F3C8A-507A-49F4-8F88-B2C7E0272AC4}" destId="{C46F2694-6591-4C06-A0D4-A37601926A26}" srcOrd="3" destOrd="0" presId="urn:microsoft.com/office/officeart/2016/7/layout/RepeatingBendingProcessNew"/>
    <dgm:cxn modelId="{C41A2B65-7E53-4C21-A7DA-2C676F7E034C}" type="presParOf" srcId="{C46F2694-6591-4C06-A0D4-A37601926A26}" destId="{935C6475-4C48-4FB4-8CDA-8D20B255C5AC}" srcOrd="0" destOrd="0" presId="urn:microsoft.com/office/officeart/2016/7/layout/RepeatingBendingProcessNew"/>
    <dgm:cxn modelId="{79801B86-3603-44FF-B092-3502B94F9AC8}" type="presParOf" srcId="{508F3C8A-507A-49F4-8F88-B2C7E0272AC4}" destId="{4736B95C-262D-4B50-98D4-DF57DEF517EC}" srcOrd="4" destOrd="0" presId="urn:microsoft.com/office/officeart/2016/7/layout/RepeatingBendingProcessNew"/>
    <dgm:cxn modelId="{EBFE21E6-A3C1-4D21-A98E-C7C19DC28975}" type="presParOf" srcId="{508F3C8A-507A-49F4-8F88-B2C7E0272AC4}" destId="{84798AB3-324A-4F59-92CA-711F838214DA}" srcOrd="5" destOrd="0" presId="urn:microsoft.com/office/officeart/2016/7/layout/RepeatingBendingProcessNew"/>
    <dgm:cxn modelId="{E4A9D0C6-7C5D-4DC8-A4B0-05FD0BC985A2}" type="presParOf" srcId="{84798AB3-324A-4F59-92CA-711F838214DA}" destId="{A1A2CFD4-A916-437D-BCCA-A81DB297407C}" srcOrd="0" destOrd="0" presId="urn:microsoft.com/office/officeart/2016/7/layout/RepeatingBendingProcessNew"/>
    <dgm:cxn modelId="{78BE4275-442A-49AB-A00D-CE187D1ED300}" type="presParOf" srcId="{508F3C8A-507A-49F4-8F88-B2C7E0272AC4}" destId="{FC0596A6-2D95-45E6-A824-3AA6F2D55D10}" srcOrd="6" destOrd="0" presId="urn:microsoft.com/office/officeart/2016/7/layout/RepeatingBendingProcessNew"/>
    <dgm:cxn modelId="{AF0BB61A-9A72-4EDE-ADEE-376FFDD650F2}" type="presParOf" srcId="{508F3C8A-507A-49F4-8F88-B2C7E0272AC4}" destId="{6F1B89F4-0412-4AE7-AEC9-F4009C0D662F}" srcOrd="7" destOrd="0" presId="urn:microsoft.com/office/officeart/2016/7/layout/RepeatingBendingProcessNew"/>
    <dgm:cxn modelId="{4CD8318C-467A-4343-BEC4-1BA283A12645}" type="presParOf" srcId="{6F1B89F4-0412-4AE7-AEC9-F4009C0D662F}" destId="{396C6022-CDF6-4C22-B9F6-E675C354B41E}" srcOrd="0" destOrd="0" presId="urn:microsoft.com/office/officeart/2016/7/layout/RepeatingBendingProcessNew"/>
    <dgm:cxn modelId="{D71AA250-0000-4369-8E36-28B0E8DA0E7C}" type="presParOf" srcId="{508F3C8A-507A-49F4-8F88-B2C7E0272AC4}" destId="{DA3A63EA-BFFB-438F-A979-02A1DC3DDD49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9CE93D-2BE2-469C-8866-055D4000969C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52342BD-C3A6-4381-9C81-F08D4967FBC4}">
      <dgm:prSet/>
      <dgm:spPr/>
      <dgm:t>
        <a:bodyPr/>
        <a:lstStyle/>
        <a:p>
          <a:r>
            <a:rPr lang="en-US"/>
            <a:t>Ambiguïtés naturelles</a:t>
          </a:r>
        </a:p>
      </dgm:t>
    </dgm:pt>
    <dgm:pt modelId="{8EF36B4C-C364-40D5-BCD8-91460B65678C}" type="parTrans" cxnId="{B069F4A2-5038-41B3-8DE6-658D00BCCA93}">
      <dgm:prSet/>
      <dgm:spPr/>
      <dgm:t>
        <a:bodyPr/>
        <a:lstStyle/>
        <a:p>
          <a:endParaRPr lang="en-US"/>
        </a:p>
      </dgm:t>
    </dgm:pt>
    <dgm:pt modelId="{EBA4B083-B541-4E44-81AA-18CEA0287CDF}" type="sibTrans" cxnId="{B069F4A2-5038-41B3-8DE6-658D00BCCA93}">
      <dgm:prSet/>
      <dgm:spPr/>
      <dgm:t>
        <a:bodyPr/>
        <a:lstStyle/>
        <a:p>
          <a:endParaRPr lang="en-US"/>
        </a:p>
      </dgm:t>
    </dgm:pt>
    <dgm:pt modelId="{57B9E60C-466E-4F88-823A-28615DC49422}">
      <dgm:prSet/>
      <dgm:spPr/>
      <dgm:t>
        <a:bodyPr/>
        <a:lstStyle/>
        <a:p>
          <a:r>
            <a:rPr lang="en-US"/>
            <a:t>« fromage ou dessert » vs « as ou cœur » ; réponses à « As-tu 10€ ? »</a:t>
          </a:r>
        </a:p>
      </dgm:t>
    </dgm:pt>
    <dgm:pt modelId="{A58538A8-2F9C-4933-9302-79BBAACFDECD}" type="parTrans" cxnId="{A7545585-55C8-4C28-ACAB-306EDC8B9567}">
      <dgm:prSet/>
      <dgm:spPr/>
      <dgm:t>
        <a:bodyPr/>
        <a:lstStyle/>
        <a:p>
          <a:endParaRPr lang="en-US"/>
        </a:p>
      </dgm:t>
    </dgm:pt>
    <dgm:pt modelId="{F14CF282-2849-4BB6-8FCD-6C91C4E0C9FE}" type="sibTrans" cxnId="{A7545585-55C8-4C28-ACAB-306EDC8B9567}">
      <dgm:prSet/>
      <dgm:spPr/>
      <dgm:t>
        <a:bodyPr/>
        <a:lstStyle/>
        <a:p>
          <a:endParaRPr lang="en-US"/>
        </a:p>
      </dgm:t>
    </dgm:pt>
    <dgm:pt modelId="{638096D0-3372-4095-AC55-F942E040D2A0}">
      <dgm:prSet/>
      <dgm:spPr/>
      <dgm:t>
        <a:bodyPr/>
        <a:lstStyle/>
        <a:p>
          <a:r>
            <a:rPr lang="en-US"/>
            <a:t>Définitions rigoureuses</a:t>
          </a:r>
        </a:p>
      </dgm:t>
    </dgm:pt>
    <dgm:pt modelId="{EF2DEBEF-A048-40C9-A3E9-6A96197CF4CF}" type="parTrans" cxnId="{0A50A0A1-109A-483A-89BC-07E93284779A}">
      <dgm:prSet/>
      <dgm:spPr/>
      <dgm:t>
        <a:bodyPr/>
        <a:lstStyle/>
        <a:p>
          <a:endParaRPr lang="en-US"/>
        </a:p>
      </dgm:t>
    </dgm:pt>
    <dgm:pt modelId="{0000CCC8-0104-4C5E-A924-3E4FFBB45E0E}" type="sibTrans" cxnId="{0A50A0A1-109A-483A-89BC-07E93284779A}">
      <dgm:prSet/>
      <dgm:spPr/>
      <dgm:t>
        <a:bodyPr/>
        <a:lstStyle/>
        <a:p>
          <a:endParaRPr lang="en-US"/>
        </a:p>
      </dgm:t>
    </dgm:pt>
    <dgm:pt modelId="{B34E3427-87E4-4D88-8FB0-C237E241D3ED}">
      <dgm:prSet/>
      <dgm:spPr/>
      <dgm:t>
        <a:bodyPr/>
        <a:lstStyle/>
        <a:p>
          <a:r>
            <a:rPr lang="en-US"/>
            <a:t>Langage mathématique pour lever l’ambiguïté (ex : continuité)</a:t>
          </a:r>
        </a:p>
      </dgm:t>
    </dgm:pt>
    <dgm:pt modelId="{D07CA1F6-D5CD-4ABB-98EF-75A321918094}" type="parTrans" cxnId="{A5140B30-451C-43E5-8B20-D114188D6FF2}">
      <dgm:prSet/>
      <dgm:spPr/>
      <dgm:t>
        <a:bodyPr/>
        <a:lstStyle/>
        <a:p>
          <a:endParaRPr lang="en-US"/>
        </a:p>
      </dgm:t>
    </dgm:pt>
    <dgm:pt modelId="{0BBB21A4-00C5-45F4-80A0-AA1592FB8019}" type="sibTrans" cxnId="{A5140B30-451C-43E5-8B20-D114188D6FF2}">
      <dgm:prSet/>
      <dgm:spPr/>
      <dgm:t>
        <a:bodyPr/>
        <a:lstStyle/>
        <a:p>
          <a:endParaRPr lang="en-US"/>
        </a:p>
      </dgm:t>
    </dgm:pt>
    <dgm:pt modelId="{451DB1F3-5507-4091-9494-3FAE8406BD11}">
      <dgm:prSet/>
      <dgm:spPr/>
      <dgm:t>
        <a:bodyPr/>
        <a:lstStyle/>
        <a:p>
          <a:r>
            <a:rPr lang="en-US"/>
            <a:t>Valider/invalider</a:t>
          </a:r>
        </a:p>
      </dgm:t>
    </dgm:pt>
    <dgm:pt modelId="{44DA129D-95D5-4F1A-BBAD-362EECE5D384}" type="parTrans" cxnId="{F788A2E2-CBE5-40F6-ADD7-A67B5EFC029B}">
      <dgm:prSet/>
      <dgm:spPr/>
      <dgm:t>
        <a:bodyPr/>
        <a:lstStyle/>
        <a:p>
          <a:endParaRPr lang="en-US"/>
        </a:p>
      </dgm:t>
    </dgm:pt>
    <dgm:pt modelId="{4FD1D79E-AC9D-42CF-859A-7B4535D79430}" type="sibTrans" cxnId="{F788A2E2-CBE5-40F6-ADD7-A67B5EFC029B}">
      <dgm:prSet/>
      <dgm:spPr/>
      <dgm:t>
        <a:bodyPr/>
        <a:lstStyle/>
        <a:p>
          <a:endParaRPr lang="en-US"/>
        </a:p>
      </dgm:t>
    </dgm:pt>
    <dgm:pt modelId="{5016C212-A783-47EB-8789-3A51B2329C94}">
      <dgm:prSet/>
      <dgm:spPr/>
      <dgm:t>
        <a:bodyPr/>
        <a:lstStyle/>
        <a:p>
          <a:r>
            <a:rPr lang="en-US"/>
            <a:t>Distinguer vrai/faux par une démarche convaincante</a:t>
          </a:r>
        </a:p>
      </dgm:t>
    </dgm:pt>
    <dgm:pt modelId="{0331ACDD-D4F1-4120-BF7D-712DF980CD82}" type="parTrans" cxnId="{BFFF53FC-9003-41D6-85F9-E4A7C9162010}">
      <dgm:prSet/>
      <dgm:spPr/>
      <dgm:t>
        <a:bodyPr/>
        <a:lstStyle/>
        <a:p>
          <a:endParaRPr lang="en-US"/>
        </a:p>
      </dgm:t>
    </dgm:pt>
    <dgm:pt modelId="{92F7A135-C587-443C-B7FD-6EAE27756C3F}" type="sibTrans" cxnId="{BFFF53FC-9003-41D6-85F9-E4A7C9162010}">
      <dgm:prSet/>
      <dgm:spPr/>
      <dgm:t>
        <a:bodyPr/>
        <a:lstStyle/>
        <a:p>
          <a:endParaRPr lang="en-US"/>
        </a:p>
      </dgm:t>
    </dgm:pt>
    <dgm:pt modelId="{4B644EC3-1A67-4928-8576-CAB290EB129C}" type="pres">
      <dgm:prSet presAssocID="{A59CE93D-2BE2-469C-8866-055D4000969C}" presName="linear" presStyleCnt="0">
        <dgm:presLayoutVars>
          <dgm:dir/>
          <dgm:animLvl val="lvl"/>
          <dgm:resizeHandles val="exact"/>
        </dgm:presLayoutVars>
      </dgm:prSet>
      <dgm:spPr/>
    </dgm:pt>
    <dgm:pt modelId="{23F13CA6-15C3-4274-BA0D-592A1C2C38DA}" type="pres">
      <dgm:prSet presAssocID="{E52342BD-C3A6-4381-9C81-F08D4967FBC4}" presName="parentLin" presStyleCnt="0"/>
      <dgm:spPr/>
    </dgm:pt>
    <dgm:pt modelId="{767022D6-087F-4257-BE36-537ED2DDC4D4}" type="pres">
      <dgm:prSet presAssocID="{E52342BD-C3A6-4381-9C81-F08D4967FBC4}" presName="parentLeftMargin" presStyleLbl="node1" presStyleIdx="0" presStyleCnt="3"/>
      <dgm:spPr/>
    </dgm:pt>
    <dgm:pt modelId="{C828385F-0FA1-4765-B2D5-A08D1AD8D04C}" type="pres">
      <dgm:prSet presAssocID="{E52342BD-C3A6-4381-9C81-F08D4967FBC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DBE386E-3A2E-448C-AEE2-32637FA69C56}" type="pres">
      <dgm:prSet presAssocID="{E52342BD-C3A6-4381-9C81-F08D4967FBC4}" presName="negativeSpace" presStyleCnt="0"/>
      <dgm:spPr/>
    </dgm:pt>
    <dgm:pt modelId="{36552B9D-C12C-4117-99F7-A59A343473C4}" type="pres">
      <dgm:prSet presAssocID="{E52342BD-C3A6-4381-9C81-F08D4967FBC4}" presName="childText" presStyleLbl="conFgAcc1" presStyleIdx="0" presStyleCnt="3">
        <dgm:presLayoutVars>
          <dgm:bulletEnabled val="1"/>
        </dgm:presLayoutVars>
      </dgm:prSet>
      <dgm:spPr/>
    </dgm:pt>
    <dgm:pt modelId="{CA7F32D9-58F6-44FB-A281-DED4CD46862E}" type="pres">
      <dgm:prSet presAssocID="{EBA4B083-B541-4E44-81AA-18CEA0287CDF}" presName="spaceBetweenRectangles" presStyleCnt="0"/>
      <dgm:spPr/>
    </dgm:pt>
    <dgm:pt modelId="{DF05019F-52CB-4C67-BF5C-93A41C6555D9}" type="pres">
      <dgm:prSet presAssocID="{638096D0-3372-4095-AC55-F942E040D2A0}" presName="parentLin" presStyleCnt="0"/>
      <dgm:spPr/>
    </dgm:pt>
    <dgm:pt modelId="{9E61E2B2-8B78-4722-A35D-DA47E4431E1D}" type="pres">
      <dgm:prSet presAssocID="{638096D0-3372-4095-AC55-F942E040D2A0}" presName="parentLeftMargin" presStyleLbl="node1" presStyleIdx="0" presStyleCnt="3"/>
      <dgm:spPr/>
    </dgm:pt>
    <dgm:pt modelId="{450A07AF-330E-4E27-8B4E-BCCBB82E0C57}" type="pres">
      <dgm:prSet presAssocID="{638096D0-3372-4095-AC55-F942E040D2A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2621CDC-0377-4D98-AFE5-E0340740251F}" type="pres">
      <dgm:prSet presAssocID="{638096D0-3372-4095-AC55-F942E040D2A0}" presName="negativeSpace" presStyleCnt="0"/>
      <dgm:spPr/>
    </dgm:pt>
    <dgm:pt modelId="{0E5CF036-914F-4079-9B5A-DC3A48A7F82B}" type="pres">
      <dgm:prSet presAssocID="{638096D0-3372-4095-AC55-F942E040D2A0}" presName="childText" presStyleLbl="conFgAcc1" presStyleIdx="1" presStyleCnt="3">
        <dgm:presLayoutVars>
          <dgm:bulletEnabled val="1"/>
        </dgm:presLayoutVars>
      </dgm:prSet>
      <dgm:spPr/>
    </dgm:pt>
    <dgm:pt modelId="{E3A50003-53B5-45D0-865A-DF378E0C86DA}" type="pres">
      <dgm:prSet presAssocID="{0000CCC8-0104-4C5E-A924-3E4FFBB45E0E}" presName="spaceBetweenRectangles" presStyleCnt="0"/>
      <dgm:spPr/>
    </dgm:pt>
    <dgm:pt modelId="{6BAF2488-0D6E-4A5B-B016-884B913D2EC0}" type="pres">
      <dgm:prSet presAssocID="{451DB1F3-5507-4091-9494-3FAE8406BD11}" presName="parentLin" presStyleCnt="0"/>
      <dgm:spPr/>
    </dgm:pt>
    <dgm:pt modelId="{CCE312EF-591A-4612-B8EF-25E979AA0A39}" type="pres">
      <dgm:prSet presAssocID="{451DB1F3-5507-4091-9494-3FAE8406BD11}" presName="parentLeftMargin" presStyleLbl="node1" presStyleIdx="1" presStyleCnt="3"/>
      <dgm:spPr/>
    </dgm:pt>
    <dgm:pt modelId="{D99C88D1-D5C3-49E9-BF75-DF52914ECFD1}" type="pres">
      <dgm:prSet presAssocID="{451DB1F3-5507-4091-9494-3FAE8406BD1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E7F4799-025B-460C-AEF4-106CC3BA0EAC}" type="pres">
      <dgm:prSet presAssocID="{451DB1F3-5507-4091-9494-3FAE8406BD11}" presName="negativeSpace" presStyleCnt="0"/>
      <dgm:spPr/>
    </dgm:pt>
    <dgm:pt modelId="{9D4F39DB-6E53-40B7-9AFA-A4E29DE44CD4}" type="pres">
      <dgm:prSet presAssocID="{451DB1F3-5507-4091-9494-3FAE8406BD1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B709607-5F4B-4BEF-83CB-D8A357890C54}" type="presOf" srcId="{451DB1F3-5507-4091-9494-3FAE8406BD11}" destId="{D99C88D1-D5C3-49E9-BF75-DF52914ECFD1}" srcOrd="1" destOrd="0" presId="urn:microsoft.com/office/officeart/2005/8/layout/list1"/>
    <dgm:cxn modelId="{27B70916-52F6-4B1D-86FB-DA275A555D81}" type="presOf" srcId="{E52342BD-C3A6-4381-9C81-F08D4967FBC4}" destId="{C828385F-0FA1-4765-B2D5-A08D1AD8D04C}" srcOrd="1" destOrd="0" presId="urn:microsoft.com/office/officeart/2005/8/layout/list1"/>
    <dgm:cxn modelId="{3B838A1E-16E7-4E54-B08F-B6807E52F301}" type="presOf" srcId="{638096D0-3372-4095-AC55-F942E040D2A0}" destId="{450A07AF-330E-4E27-8B4E-BCCBB82E0C57}" srcOrd="1" destOrd="0" presId="urn:microsoft.com/office/officeart/2005/8/layout/list1"/>
    <dgm:cxn modelId="{88D9A51F-9193-47DB-AE88-A111EF0E52A9}" type="presOf" srcId="{E52342BD-C3A6-4381-9C81-F08D4967FBC4}" destId="{767022D6-087F-4257-BE36-537ED2DDC4D4}" srcOrd="0" destOrd="0" presId="urn:microsoft.com/office/officeart/2005/8/layout/list1"/>
    <dgm:cxn modelId="{A5140B30-451C-43E5-8B20-D114188D6FF2}" srcId="{638096D0-3372-4095-AC55-F942E040D2A0}" destId="{B34E3427-87E4-4D88-8FB0-C237E241D3ED}" srcOrd="0" destOrd="0" parTransId="{D07CA1F6-D5CD-4ABB-98EF-75A321918094}" sibTransId="{0BBB21A4-00C5-45F4-80A0-AA1592FB8019}"/>
    <dgm:cxn modelId="{8FF07B5E-7C5A-48EA-B931-1C46706F25E5}" type="presOf" srcId="{638096D0-3372-4095-AC55-F942E040D2A0}" destId="{9E61E2B2-8B78-4722-A35D-DA47E4431E1D}" srcOrd="0" destOrd="0" presId="urn:microsoft.com/office/officeart/2005/8/layout/list1"/>
    <dgm:cxn modelId="{A7545585-55C8-4C28-ACAB-306EDC8B9567}" srcId="{E52342BD-C3A6-4381-9C81-F08D4967FBC4}" destId="{57B9E60C-466E-4F88-823A-28615DC49422}" srcOrd="0" destOrd="0" parTransId="{A58538A8-2F9C-4933-9302-79BBAACFDECD}" sibTransId="{F14CF282-2849-4BB6-8FCD-6C91C4E0C9FE}"/>
    <dgm:cxn modelId="{0A50A0A1-109A-483A-89BC-07E93284779A}" srcId="{A59CE93D-2BE2-469C-8866-055D4000969C}" destId="{638096D0-3372-4095-AC55-F942E040D2A0}" srcOrd="1" destOrd="0" parTransId="{EF2DEBEF-A048-40C9-A3E9-6A96197CF4CF}" sibTransId="{0000CCC8-0104-4C5E-A924-3E4FFBB45E0E}"/>
    <dgm:cxn modelId="{B069F4A2-5038-41B3-8DE6-658D00BCCA93}" srcId="{A59CE93D-2BE2-469C-8866-055D4000969C}" destId="{E52342BD-C3A6-4381-9C81-F08D4967FBC4}" srcOrd="0" destOrd="0" parTransId="{8EF36B4C-C364-40D5-BCD8-91460B65678C}" sibTransId="{EBA4B083-B541-4E44-81AA-18CEA0287CDF}"/>
    <dgm:cxn modelId="{64A18CB5-17A8-4DCE-9C90-584F76BFFFF6}" type="presOf" srcId="{5016C212-A783-47EB-8789-3A51B2329C94}" destId="{9D4F39DB-6E53-40B7-9AFA-A4E29DE44CD4}" srcOrd="0" destOrd="0" presId="urn:microsoft.com/office/officeart/2005/8/layout/list1"/>
    <dgm:cxn modelId="{15E0D1BE-89EE-43EA-85FB-A1371A7F4CEC}" type="presOf" srcId="{57B9E60C-466E-4F88-823A-28615DC49422}" destId="{36552B9D-C12C-4117-99F7-A59A343473C4}" srcOrd="0" destOrd="0" presId="urn:microsoft.com/office/officeart/2005/8/layout/list1"/>
    <dgm:cxn modelId="{F788A2E2-CBE5-40F6-ADD7-A67B5EFC029B}" srcId="{A59CE93D-2BE2-469C-8866-055D4000969C}" destId="{451DB1F3-5507-4091-9494-3FAE8406BD11}" srcOrd="2" destOrd="0" parTransId="{44DA129D-95D5-4F1A-BBAD-362EECE5D384}" sibTransId="{4FD1D79E-AC9D-42CF-859A-7B4535D79430}"/>
    <dgm:cxn modelId="{C974AAE5-2BA3-4A1D-9379-507604D3BF97}" type="presOf" srcId="{B34E3427-87E4-4D88-8FB0-C237E241D3ED}" destId="{0E5CF036-914F-4079-9B5A-DC3A48A7F82B}" srcOrd="0" destOrd="0" presId="urn:microsoft.com/office/officeart/2005/8/layout/list1"/>
    <dgm:cxn modelId="{ACEA1CF2-DE53-41A9-892B-2E00540A2206}" type="presOf" srcId="{A59CE93D-2BE2-469C-8866-055D4000969C}" destId="{4B644EC3-1A67-4928-8576-CAB290EB129C}" srcOrd="0" destOrd="0" presId="urn:microsoft.com/office/officeart/2005/8/layout/list1"/>
    <dgm:cxn modelId="{BFFF53FC-9003-41D6-85F9-E4A7C9162010}" srcId="{451DB1F3-5507-4091-9494-3FAE8406BD11}" destId="{5016C212-A783-47EB-8789-3A51B2329C94}" srcOrd="0" destOrd="0" parTransId="{0331ACDD-D4F1-4120-BF7D-712DF980CD82}" sibTransId="{92F7A135-C587-443C-B7FD-6EAE27756C3F}"/>
    <dgm:cxn modelId="{576B7EFF-EF90-4E53-AEF3-7EEC72E267B3}" type="presOf" srcId="{451DB1F3-5507-4091-9494-3FAE8406BD11}" destId="{CCE312EF-591A-4612-B8EF-25E979AA0A39}" srcOrd="0" destOrd="0" presId="urn:microsoft.com/office/officeart/2005/8/layout/list1"/>
    <dgm:cxn modelId="{17956EA2-55FD-429A-8980-A18D52ECB833}" type="presParOf" srcId="{4B644EC3-1A67-4928-8576-CAB290EB129C}" destId="{23F13CA6-15C3-4274-BA0D-592A1C2C38DA}" srcOrd="0" destOrd="0" presId="urn:microsoft.com/office/officeart/2005/8/layout/list1"/>
    <dgm:cxn modelId="{FC1CE6F7-3994-4314-8A6C-8D04B969E62F}" type="presParOf" srcId="{23F13CA6-15C3-4274-BA0D-592A1C2C38DA}" destId="{767022D6-087F-4257-BE36-537ED2DDC4D4}" srcOrd="0" destOrd="0" presId="urn:microsoft.com/office/officeart/2005/8/layout/list1"/>
    <dgm:cxn modelId="{247D2D5B-7BF7-4720-A181-5A6535787997}" type="presParOf" srcId="{23F13CA6-15C3-4274-BA0D-592A1C2C38DA}" destId="{C828385F-0FA1-4765-B2D5-A08D1AD8D04C}" srcOrd="1" destOrd="0" presId="urn:microsoft.com/office/officeart/2005/8/layout/list1"/>
    <dgm:cxn modelId="{84408415-143B-46B3-AC8B-4A0833253653}" type="presParOf" srcId="{4B644EC3-1A67-4928-8576-CAB290EB129C}" destId="{5DBE386E-3A2E-448C-AEE2-32637FA69C56}" srcOrd="1" destOrd="0" presId="urn:microsoft.com/office/officeart/2005/8/layout/list1"/>
    <dgm:cxn modelId="{8C430781-FD5D-40A9-BE5F-97A9A9E963A5}" type="presParOf" srcId="{4B644EC3-1A67-4928-8576-CAB290EB129C}" destId="{36552B9D-C12C-4117-99F7-A59A343473C4}" srcOrd="2" destOrd="0" presId="urn:microsoft.com/office/officeart/2005/8/layout/list1"/>
    <dgm:cxn modelId="{00FBD7DA-2D6D-428A-A67E-E66F1D890A7D}" type="presParOf" srcId="{4B644EC3-1A67-4928-8576-CAB290EB129C}" destId="{CA7F32D9-58F6-44FB-A281-DED4CD46862E}" srcOrd="3" destOrd="0" presId="urn:microsoft.com/office/officeart/2005/8/layout/list1"/>
    <dgm:cxn modelId="{0539DB0B-9FFA-4B90-9882-B3E85C95B2F5}" type="presParOf" srcId="{4B644EC3-1A67-4928-8576-CAB290EB129C}" destId="{DF05019F-52CB-4C67-BF5C-93A41C6555D9}" srcOrd="4" destOrd="0" presId="urn:microsoft.com/office/officeart/2005/8/layout/list1"/>
    <dgm:cxn modelId="{7819DC17-DF19-49BC-9687-C511C3F789D1}" type="presParOf" srcId="{DF05019F-52CB-4C67-BF5C-93A41C6555D9}" destId="{9E61E2B2-8B78-4722-A35D-DA47E4431E1D}" srcOrd="0" destOrd="0" presId="urn:microsoft.com/office/officeart/2005/8/layout/list1"/>
    <dgm:cxn modelId="{9A25B9A2-C9ED-454B-A6A5-FE2B79887F83}" type="presParOf" srcId="{DF05019F-52CB-4C67-BF5C-93A41C6555D9}" destId="{450A07AF-330E-4E27-8B4E-BCCBB82E0C57}" srcOrd="1" destOrd="0" presId="urn:microsoft.com/office/officeart/2005/8/layout/list1"/>
    <dgm:cxn modelId="{AC21DE9E-7FB0-4C4A-8D9B-2C872ABEACDE}" type="presParOf" srcId="{4B644EC3-1A67-4928-8576-CAB290EB129C}" destId="{32621CDC-0377-4D98-AFE5-E0340740251F}" srcOrd="5" destOrd="0" presId="urn:microsoft.com/office/officeart/2005/8/layout/list1"/>
    <dgm:cxn modelId="{3113D942-4D53-4659-80F0-52F77707ECC4}" type="presParOf" srcId="{4B644EC3-1A67-4928-8576-CAB290EB129C}" destId="{0E5CF036-914F-4079-9B5A-DC3A48A7F82B}" srcOrd="6" destOrd="0" presId="urn:microsoft.com/office/officeart/2005/8/layout/list1"/>
    <dgm:cxn modelId="{AC48058D-1A64-4613-982A-DED68F4CB504}" type="presParOf" srcId="{4B644EC3-1A67-4928-8576-CAB290EB129C}" destId="{E3A50003-53B5-45D0-865A-DF378E0C86DA}" srcOrd="7" destOrd="0" presId="urn:microsoft.com/office/officeart/2005/8/layout/list1"/>
    <dgm:cxn modelId="{489F2ED3-CF6B-4AF4-8947-5D79575627E5}" type="presParOf" srcId="{4B644EC3-1A67-4928-8576-CAB290EB129C}" destId="{6BAF2488-0D6E-4A5B-B016-884B913D2EC0}" srcOrd="8" destOrd="0" presId="urn:microsoft.com/office/officeart/2005/8/layout/list1"/>
    <dgm:cxn modelId="{6EE7DCBF-BC81-40FB-B571-888084B8BB60}" type="presParOf" srcId="{6BAF2488-0D6E-4A5B-B016-884B913D2EC0}" destId="{CCE312EF-591A-4612-B8EF-25E979AA0A39}" srcOrd="0" destOrd="0" presId="urn:microsoft.com/office/officeart/2005/8/layout/list1"/>
    <dgm:cxn modelId="{BC37C34E-EA22-49BA-A0E6-6F7E1B453F1B}" type="presParOf" srcId="{6BAF2488-0D6E-4A5B-B016-884B913D2EC0}" destId="{D99C88D1-D5C3-49E9-BF75-DF52914ECFD1}" srcOrd="1" destOrd="0" presId="urn:microsoft.com/office/officeart/2005/8/layout/list1"/>
    <dgm:cxn modelId="{CD0D5D4B-B094-4C4A-98D5-158025E1C389}" type="presParOf" srcId="{4B644EC3-1A67-4928-8576-CAB290EB129C}" destId="{EE7F4799-025B-460C-AEF4-106CC3BA0EAC}" srcOrd="9" destOrd="0" presId="urn:microsoft.com/office/officeart/2005/8/layout/list1"/>
    <dgm:cxn modelId="{EA2E2E22-C649-466C-8B12-AD708A95B15C}" type="presParOf" srcId="{4B644EC3-1A67-4928-8576-CAB290EB129C}" destId="{9D4F39DB-6E53-40B7-9AFA-A4E29DE44CD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01C6E5-4292-4625-98DC-330DC312B581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9FDC408-5523-4691-AF8E-7CD021CD9850}">
      <dgm:prSet/>
      <dgm:spPr/>
      <dgm:t>
        <a:bodyPr/>
        <a:lstStyle/>
        <a:p>
          <a:r>
            <a:rPr lang="en-US"/>
            <a:t>Une assertion est une phrase vraie ou fausse (pas les deux)</a:t>
          </a:r>
        </a:p>
      </dgm:t>
    </dgm:pt>
    <dgm:pt modelId="{3EB82F1A-730B-4770-A107-CE337D8E5B13}" type="parTrans" cxnId="{7ADD282E-CC6A-4C9F-BC08-BCBF21139222}">
      <dgm:prSet/>
      <dgm:spPr/>
      <dgm:t>
        <a:bodyPr/>
        <a:lstStyle/>
        <a:p>
          <a:endParaRPr lang="en-US"/>
        </a:p>
      </dgm:t>
    </dgm:pt>
    <dgm:pt modelId="{70439064-C698-4845-8DF6-A1ABBC71BA6E}" type="sibTrans" cxnId="{7ADD282E-CC6A-4C9F-BC08-BCBF21139222}">
      <dgm:prSet/>
      <dgm:spPr/>
      <dgm:t>
        <a:bodyPr/>
        <a:lstStyle/>
        <a:p>
          <a:endParaRPr lang="en-US"/>
        </a:p>
      </dgm:t>
    </dgm:pt>
    <dgm:pt modelId="{523A09E5-2628-4BDB-8C67-5EA35C766443}">
      <dgm:prSet/>
      <dgm:spPr/>
      <dgm:t>
        <a:bodyPr/>
        <a:lstStyle/>
        <a:p>
          <a:r>
            <a:rPr lang="en-US"/>
            <a:t>Exemples</a:t>
          </a:r>
        </a:p>
      </dgm:t>
    </dgm:pt>
    <dgm:pt modelId="{A6AE5CC1-20A4-484D-9417-80359DACBD33}" type="parTrans" cxnId="{8250DC92-4DD6-4024-8066-E2DDAC89F9C4}">
      <dgm:prSet/>
      <dgm:spPr/>
      <dgm:t>
        <a:bodyPr/>
        <a:lstStyle/>
        <a:p>
          <a:endParaRPr lang="en-US"/>
        </a:p>
      </dgm:t>
    </dgm:pt>
    <dgm:pt modelId="{8A631867-64B6-435C-8F78-7CB43CFECCEB}" type="sibTrans" cxnId="{8250DC92-4DD6-4024-8066-E2DDAC89F9C4}">
      <dgm:prSet/>
      <dgm:spPr/>
      <dgm:t>
        <a:bodyPr/>
        <a:lstStyle/>
        <a:p>
          <a:endParaRPr lang="en-US"/>
        </a:p>
      </dgm:t>
    </dgm:pt>
    <dgm:pt modelId="{FAF85ECD-B4E8-4CFF-923F-00B5757D27E4}">
      <dgm:prSet/>
      <dgm:spPr/>
      <dgm:t>
        <a:bodyPr/>
        <a:lstStyle/>
        <a:p>
          <a:r>
            <a:rPr lang="en-US"/>
            <a:t>« Il pleut. » ; « 2+2=4 » ; « Pour tout x∈ℝ, x²&gt;0 » ; etc.</a:t>
          </a:r>
        </a:p>
      </dgm:t>
    </dgm:pt>
    <dgm:pt modelId="{671B5CA0-06F7-4414-B336-E39170852E61}" type="parTrans" cxnId="{EC3EE069-A658-4AC8-87D8-4E0736C7612D}">
      <dgm:prSet/>
      <dgm:spPr/>
      <dgm:t>
        <a:bodyPr/>
        <a:lstStyle/>
        <a:p>
          <a:endParaRPr lang="en-US"/>
        </a:p>
      </dgm:t>
    </dgm:pt>
    <dgm:pt modelId="{F98D0F05-C407-4BE1-B1C9-7B0C4FC129ED}" type="sibTrans" cxnId="{EC3EE069-A658-4AC8-87D8-4E0736C7612D}">
      <dgm:prSet/>
      <dgm:spPr/>
      <dgm:t>
        <a:bodyPr/>
        <a:lstStyle/>
        <a:p>
          <a:endParaRPr lang="en-US"/>
        </a:p>
      </dgm:t>
    </dgm:pt>
    <dgm:pt modelId="{7F7A137A-9E49-4537-A95B-7222EC2CDF91}">
      <dgm:prSet/>
      <dgm:spPr/>
      <dgm:t>
        <a:bodyPr/>
        <a:lstStyle/>
        <a:p>
          <a:r>
            <a:rPr lang="en-US"/>
            <a:t>À partir de P et Q, on construit de nouvelles assertions avec des connecteurs</a:t>
          </a:r>
        </a:p>
      </dgm:t>
    </dgm:pt>
    <dgm:pt modelId="{45053C15-4E20-45CA-A105-C453D44620B4}" type="parTrans" cxnId="{5762F0C3-26D3-438E-A59C-489C13CEEC0F}">
      <dgm:prSet/>
      <dgm:spPr/>
      <dgm:t>
        <a:bodyPr/>
        <a:lstStyle/>
        <a:p>
          <a:endParaRPr lang="en-US"/>
        </a:p>
      </dgm:t>
    </dgm:pt>
    <dgm:pt modelId="{16976F1B-37C6-4EAA-9EE8-8AA3D503C407}" type="sibTrans" cxnId="{5762F0C3-26D3-438E-A59C-489C13CEEC0F}">
      <dgm:prSet/>
      <dgm:spPr/>
      <dgm:t>
        <a:bodyPr/>
        <a:lstStyle/>
        <a:p>
          <a:endParaRPr lang="en-US"/>
        </a:p>
      </dgm:t>
    </dgm:pt>
    <dgm:pt modelId="{612D2A5D-25BF-47FA-AB06-6EF97C43E4E9}" type="pres">
      <dgm:prSet presAssocID="{3301C6E5-4292-4625-98DC-330DC312B581}" presName="Name0" presStyleCnt="0">
        <dgm:presLayoutVars>
          <dgm:dir/>
          <dgm:animLvl val="lvl"/>
          <dgm:resizeHandles val="exact"/>
        </dgm:presLayoutVars>
      </dgm:prSet>
      <dgm:spPr/>
    </dgm:pt>
    <dgm:pt modelId="{9BE10DBA-636D-43E6-9A49-84E78563BA65}" type="pres">
      <dgm:prSet presAssocID="{7F7A137A-9E49-4537-A95B-7222EC2CDF91}" presName="boxAndChildren" presStyleCnt="0"/>
      <dgm:spPr/>
    </dgm:pt>
    <dgm:pt modelId="{587A4D40-9DFC-43B2-B66C-051795EDB6F6}" type="pres">
      <dgm:prSet presAssocID="{7F7A137A-9E49-4537-A95B-7222EC2CDF91}" presName="parentTextBox" presStyleLbl="node1" presStyleIdx="0" presStyleCnt="3"/>
      <dgm:spPr/>
    </dgm:pt>
    <dgm:pt modelId="{92DD352B-AB44-4045-A298-5BFB715CB522}" type="pres">
      <dgm:prSet presAssocID="{8A631867-64B6-435C-8F78-7CB43CFECCEB}" presName="sp" presStyleCnt="0"/>
      <dgm:spPr/>
    </dgm:pt>
    <dgm:pt modelId="{FC1CFB00-F9B3-410F-837A-F15CB24EF468}" type="pres">
      <dgm:prSet presAssocID="{523A09E5-2628-4BDB-8C67-5EA35C766443}" presName="arrowAndChildren" presStyleCnt="0"/>
      <dgm:spPr/>
    </dgm:pt>
    <dgm:pt modelId="{1FE4704A-309F-40EA-B7B1-C7F6EB3C575F}" type="pres">
      <dgm:prSet presAssocID="{523A09E5-2628-4BDB-8C67-5EA35C766443}" presName="parentTextArrow" presStyleLbl="node1" presStyleIdx="0" presStyleCnt="3"/>
      <dgm:spPr/>
    </dgm:pt>
    <dgm:pt modelId="{B5759F2C-08E0-4D0D-A708-002A75AAA167}" type="pres">
      <dgm:prSet presAssocID="{523A09E5-2628-4BDB-8C67-5EA35C766443}" presName="arrow" presStyleLbl="node1" presStyleIdx="1" presStyleCnt="3"/>
      <dgm:spPr/>
    </dgm:pt>
    <dgm:pt modelId="{DDDFA9CC-0DF5-44DC-8D02-0611F6C23002}" type="pres">
      <dgm:prSet presAssocID="{523A09E5-2628-4BDB-8C67-5EA35C766443}" presName="descendantArrow" presStyleCnt="0"/>
      <dgm:spPr/>
    </dgm:pt>
    <dgm:pt modelId="{163F5337-2D46-42B7-B35A-B4BE7C4A8CA7}" type="pres">
      <dgm:prSet presAssocID="{FAF85ECD-B4E8-4CFF-923F-00B5757D27E4}" presName="childTextArrow" presStyleLbl="fgAccFollowNode1" presStyleIdx="0" presStyleCnt="1">
        <dgm:presLayoutVars>
          <dgm:bulletEnabled val="1"/>
        </dgm:presLayoutVars>
      </dgm:prSet>
      <dgm:spPr/>
    </dgm:pt>
    <dgm:pt modelId="{AA4430D1-A6A7-450F-9FE0-9ED078B1E30B}" type="pres">
      <dgm:prSet presAssocID="{70439064-C698-4845-8DF6-A1ABBC71BA6E}" presName="sp" presStyleCnt="0"/>
      <dgm:spPr/>
    </dgm:pt>
    <dgm:pt modelId="{94643DA3-4E47-4A9F-B2B2-6C1776FAD007}" type="pres">
      <dgm:prSet presAssocID="{49FDC408-5523-4691-AF8E-7CD021CD9850}" presName="arrowAndChildren" presStyleCnt="0"/>
      <dgm:spPr/>
    </dgm:pt>
    <dgm:pt modelId="{31EB2F79-EFC8-4427-9A8F-80C65573FC32}" type="pres">
      <dgm:prSet presAssocID="{49FDC408-5523-4691-AF8E-7CD021CD9850}" presName="parentTextArrow" presStyleLbl="node1" presStyleIdx="2" presStyleCnt="3"/>
      <dgm:spPr/>
    </dgm:pt>
  </dgm:ptLst>
  <dgm:cxnLst>
    <dgm:cxn modelId="{38D18C11-8CD0-4027-8C9E-53E93EA01263}" type="presOf" srcId="{49FDC408-5523-4691-AF8E-7CD021CD9850}" destId="{31EB2F79-EFC8-4427-9A8F-80C65573FC32}" srcOrd="0" destOrd="0" presId="urn:microsoft.com/office/officeart/2005/8/layout/process4"/>
    <dgm:cxn modelId="{A4E65012-1ACF-4F64-8031-A70730DD134D}" type="presOf" srcId="{7F7A137A-9E49-4537-A95B-7222EC2CDF91}" destId="{587A4D40-9DFC-43B2-B66C-051795EDB6F6}" srcOrd="0" destOrd="0" presId="urn:microsoft.com/office/officeart/2005/8/layout/process4"/>
    <dgm:cxn modelId="{9103E614-3786-4E97-AD2D-82B5BBDCE6C0}" type="presOf" srcId="{523A09E5-2628-4BDB-8C67-5EA35C766443}" destId="{1FE4704A-309F-40EA-B7B1-C7F6EB3C575F}" srcOrd="0" destOrd="0" presId="urn:microsoft.com/office/officeart/2005/8/layout/process4"/>
    <dgm:cxn modelId="{7BB9E01A-F8B7-4640-94F2-FE2A2B1D785E}" type="presOf" srcId="{3301C6E5-4292-4625-98DC-330DC312B581}" destId="{612D2A5D-25BF-47FA-AB06-6EF97C43E4E9}" srcOrd="0" destOrd="0" presId="urn:microsoft.com/office/officeart/2005/8/layout/process4"/>
    <dgm:cxn modelId="{7ADD282E-CC6A-4C9F-BC08-BCBF21139222}" srcId="{3301C6E5-4292-4625-98DC-330DC312B581}" destId="{49FDC408-5523-4691-AF8E-7CD021CD9850}" srcOrd="0" destOrd="0" parTransId="{3EB82F1A-730B-4770-A107-CE337D8E5B13}" sibTransId="{70439064-C698-4845-8DF6-A1ABBC71BA6E}"/>
    <dgm:cxn modelId="{C5F50138-F53B-4AF3-9467-B0560EF237B6}" type="presOf" srcId="{523A09E5-2628-4BDB-8C67-5EA35C766443}" destId="{B5759F2C-08E0-4D0D-A708-002A75AAA167}" srcOrd="1" destOrd="0" presId="urn:microsoft.com/office/officeart/2005/8/layout/process4"/>
    <dgm:cxn modelId="{EC3EE069-A658-4AC8-87D8-4E0736C7612D}" srcId="{523A09E5-2628-4BDB-8C67-5EA35C766443}" destId="{FAF85ECD-B4E8-4CFF-923F-00B5757D27E4}" srcOrd="0" destOrd="0" parTransId="{671B5CA0-06F7-4414-B336-E39170852E61}" sibTransId="{F98D0F05-C407-4BE1-B1C9-7B0C4FC129ED}"/>
    <dgm:cxn modelId="{8250DC92-4DD6-4024-8066-E2DDAC89F9C4}" srcId="{3301C6E5-4292-4625-98DC-330DC312B581}" destId="{523A09E5-2628-4BDB-8C67-5EA35C766443}" srcOrd="1" destOrd="0" parTransId="{A6AE5CC1-20A4-484D-9417-80359DACBD33}" sibTransId="{8A631867-64B6-435C-8F78-7CB43CFECCEB}"/>
    <dgm:cxn modelId="{F361F4AE-71D5-4D99-BBBB-22DCFB54D2F5}" type="presOf" srcId="{FAF85ECD-B4E8-4CFF-923F-00B5757D27E4}" destId="{163F5337-2D46-42B7-B35A-B4BE7C4A8CA7}" srcOrd="0" destOrd="0" presId="urn:microsoft.com/office/officeart/2005/8/layout/process4"/>
    <dgm:cxn modelId="{5762F0C3-26D3-438E-A59C-489C13CEEC0F}" srcId="{3301C6E5-4292-4625-98DC-330DC312B581}" destId="{7F7A137A-9E49-4537-A95B-7222EC2CDF91}" srcOrd="2" destOrd="0" parTransId="{45053C15-4E20-45CA-A105-C453D44620B4}" sibTransId="{16976F1B-37C6-4EAA-9EE8-8AA3D503C407}"/>
    <dgm:cxn modelId="{7DC5B50F-8F98-426A-BFD3-5B906157CF06}" type="presParOf" srcId="{612D2A5D-25BF-47FA-AB06-6EF97C43E4E9}" destId="{9BE10DBA-636D-43E6-9A49-84E78563BA65}" srcOrd="0" destOrd="0" presId="urn:microsoft.com/office/officeart/2005/8/layout/process4"/>
    <dgm:cxn modelId="{D33AB73E-353A-4E7A-BD1E-C9D93009AF44}" type="presParOf" srcId="{9BE10DBA-636D-43E6-9A49-84E78563BA65}" destId="{587A4D40-9DFC-43B2-B66C-051795EDB6F6}" srcOrd="0" destOrd="0" presId="urn:microsoft.com/office/officeart/2005/8/layout/process4"/>
    <dgm:cxn modelId="{E5812A20-3764-4EF8-8C13-7362C0FB10DA}" type="presParOf" srcId="{612D2A5D-25BF-47FA-AB06-6EF97C43E4E9}" destId="{92DD352B-AB44-4045-A298-5BFB715CB522}" srcOrd="1" destOrd="0" presId="urn:microsoft.com/office/officeart/2005/8/layout/process4"/>
    <dgm:cxn modelId="{43A9ED69-C964-4C63-856F-2BB430BE5A6C}" type="presParOf" srcId="{612D2A5D-25BF-47FA-AB06-6EF97C43E4E9}" destId="{FC1CFB00-F9B3-410F-837A-F15CB24EF468}" srcOrd="2" destOrd="0" presId="urn:microsoft.com/office/officeart/2005/8/layout/process4"/>
    <dgm:cxn modelId="{C8965B36-DCDD-4006-AA5A-AE0D301A2FB9}" type="presParOf" srcId="{FC1CFB00-F9B3-410F-837A-F15CB24EF468}" destId="{1FE4704A-309F-40EA-B7B1-C7F6EB3C575F}" srcOrd="0" destOrd="0" presId="urn:microsoft.com/office/officeart/2005/8/layout/process4"/>
    <dgm:cxn modelId="{73D84EFD-544C-444A-AA03-D392B19CD367}" type="presParOf" srcId="{FC1CFB00-F9B3-410F-837A-F15CB24EF468}" destId="{B5759F2C-08E0-4D0D-A708-002A75AAA167}" srcOrd="1" destOrd="0" presId="urn:microsoft.com/office/officeart/2005/8/layout/process4"/>
    <dgm:cxn modelId="{A36D3FE6-986A-4E35-A63A-5A7DFA6CDFD1}" type="presParOf" srcId="{FC1CFB00-F9B3-410F-837A-F15CB24EF468}" destId="{DDDFA9CC-0DF5-44DC-8D02-0611F6C23002}" srcOrd="2" destOrd="0" presId="urn:microsoft.com/office/officeart/2005/8/layout/process4"/>
    <dgm:cxn modelId="{E66794C5-E4CA-4018-8C00-75F1AE6AF5B3}" type="presParOf" srcId="{DDDFA9CC-0DF5-44DC-8D02-0611F6C23002}" destId="{163F5337-2D46-42B7-B35A-B4BE7C4A8CA7}" srcOrd="0" destOrd="0" presId="urn:microsoft.com/office/officeart/2005/8/layout/process4"/>
    <dgm:cxn modelId="{3FBF52D5-0810-4107-9560-31354E80EE1B}" type="presParOf" srcId="{612D2A5D-25BF-47FA-AB06-6EF97C43E4E9}" destId="{AA4430D1-A6A7-450F-9FE0-9ED078B1E30B}" srcOrd="3" destOrd="0" presId="urn:microsoft.com/office/officeart/2005/8/layout/process4"/>
    <dgm:cxn modelId="{040C19AA-B18E-4EFE-AB32-E5C56379D9DF}" type="presParOf" srcId="{612D2A5D-25BF-47FA-AB06-6EF97C43E4E9}" destId="{94643DA3-4E47-4A9F-B2B2-6C1776FAD007}" srcOrd="4" destOrd="0" presId="urn:microsoft.com/office/officeart/2005/8/layout/process4"/>
    <dgm:cxn modelId="{EB81E7D8-6C4F-4BFD-9918-4F612F9C0F93}" type="presParOf" srcId="{94643DA3-4E47-4A9F-B2B2-6C1776FAD007}" destId="{31EB2F79-EFC8-4427-9A8F-80C65573FC3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916A0B1-677C-44AF-A608-A5C9B0335462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DCA85C4-5CCD-44FB-94CF-EC527C18E027}">
      <dgm:prSet/>
      <dgm:spPr/>
      <dgm:t>
        <a:bodyPr/>
        <a:lstStyle/>
        <a:p>
          <a:r>
            <a:rPr lang="en-US"/>
            <a:t>ET (∧)</a:t>
          </a:r>
        </a:p>
      </dgm:t>
    </dgm:pt>
    <dgm:pt modelId="{E60D703E-DAD1-4C69-AC39-8F06C40B3393}" type="parTrans" cxnId="{3FD838C0-08AC-45A7-9BB2-2E5CCF9A354B}">
      <dgm:prSet/>
      <dgm:spPr/>
      <dgm:t>
        <a:bodyPr/>
        <a:lstStyle/>
        <a:p>
          <a:endParaRPr lang="en-US"/>
        </a:p>
      </dgm:t>
    </dgm:pt>
    <dgm:pt modelId="{41C94A14-E739-4189-955F-60F53E83C025}" type="sibTrans" cxnId="{3FD838C0-08AC-45A7-9BB2-2E5CCF9A354B}">
      <dgm:prSet/>
      <dgm:spPr/>
      <dgm:t>
        <a:bodyPr/>
        <a:lstStyle/>
        <a:p>
          <a:endParaRPr lang="en-US"/>
        </a:p>
      </dgm:t>
    </dgm:pt>
    <dgm:pt modelId="{127952CE-3BA4-4C01-AF44-3AE0298B678F}">
      <dgm:prSet/>
      <dgm:spPr/>
      <dgm:t>
        <a:bodyPr/>
        <a:lstStyle/>
        <a:p>
          <a:r>
            <a:rPr lang="en-US"/>
            <a:t>vrai si P et Q sont vrais</a:t>
          </a:r>
        </a:p>
      </dgm:t>
    </dgm:pt>
    <dgm:pt modelId="{406A5CE9-9CC8-4800-A261-23DC4C865CCF}" type="parTrans" cxnId="{496F7F97-E638-4491-B6A8-DF2DC2E6E401}">
      <dgm:prSet/>
      <dgm:spPr/>
      <dgm:t>
        <a:bodyPr/>
        <a:lstStyle/>
        <a:p>
          <a:endParaRPr lang="en-US"/>
        </a:p>
      </dgm:t>
    </dgm:pt>
    <dgm:pt modelId="{F660A2CC-05E1-46BC-A7C0-3F0D2CBB1C34}" type="sibTrans" cxnId="{496F7F97-E638-4491-B6A8-DF2DC2E6E401}">
      <dgm:prSet/>
      <dgm:spPr/>
      <dgm:t>
        <a:bodyPr/>
        <a:lstStyle/>
        <a:p>
          <a:endParaRPr lang="en-US"/>
        </a:p>
      </dgm:t>
    </dgm:pt>
    <dgm:pt modelId="{641C0024-34F5-42B0-8B8B-CA64B54793E7}">
      <dgm:prSet/>
      <dgm:spPr/>
      <dgm:t>
        <a:bodyPr/>
        <a:lstStyle/>
        <a:p>
          <a:r>
            <a:rPr lang="en-US"/>
            <a:t>OU (∨)</a:t>
          </a:r>
        </a:p>
      </dgm:t>
    </dgm:pt>
    <dgm:pt modelId="{C294FB68-49D1-4BD5-9E29-9F7E05756AD0}" type="parTrans" cxnId="{26F85C12-CF22-4E40-BC25-F1D1175923F8}">
      <dgm:prSet/>
      <dgm:spPr/>
      <dgm:t>
        <a:bodyPr/>
        <a:lstStyle/>
        <a:p>
          <a:endParaRPr lang="en-US"/>
        </a:p>
      </dgm:t>
    </dgm:pt>
    <dgm:pt modelId="{E568CBDC-D847-4D58-AD42-25F0555739B5}" type="sibTrans" cxnId="{26F85C12-CF22-4E40-BC25-F1D1175923F8}">
      <dgm:prSet/>
      <dgm:spPr/>
      <dgm:t>
        <a:bodyPr/>
        <a:lstStyle/>
        <a:p>
          <a:endParaRPr lang="en-US"/>
        </a:p>
      </dgm:t>
    </dgm:pt>
    <dgm:pt modelId="{03DDDF30-89D8-45BC-97D7-37F9E09A3611}">
      <dgm:prSet/>
      <dgm:spPr/>
      <dgm:t>
        <a:bodyPr/>
        <a:lstStyle/>
        <a:p>
          <a:r>
            <a:rPr lang="en-US"/>
            <a:t>vrai si au moins l’un des deux est vrai (OU inclusif)</a:t>
          </a:r>
        </a:p>
      </dgm:t>
    </dgm:pt>
    <dgm:pt modelId="{13522115-3BD6-4BAB-8737-ABB888F50025}" type="parTrans" cxnId="{5F54DDDD-30CE-4E4D-973F-34E63DB7D0EB}">
      <dgm:prSet/>
      <dgm:spPr/>
      <dgm:t>
        <a:bodyPr/>
        <a:lstStyle/>
        <a:p>
          <a:endParaRPr lang="en-US"/>
        </a:p>
      </dgm:t>
    </dgm:pt>
    <dgm:pt modelId="{EF9B22B6-4838-493C-9DE7-C0EDF7AE93D0}" type="sibTrans" cxnId="{5F54DDDD-30CE-4E4D-973F-34E63DB7D0EB}">
      <dgm:prSet/>
      <dgm:spPr/>
      <dgm:t>
        <a:bodyPr/>
        <a:lstStyle/>
        <a:p>
          <a:endParaRPr lang="en-US"/>
        </a:p>
      </dgm:t>
    </dgm:pt>
    <dgm:pt modelId="{48953F7C-8045-4809-805D-5057FB7DC3A4}">
      <dgm:prSet/>
      <dgm:spPr/>
      <dgm:t>
        <a:bodyPr/>
        <a:lstStyle/>
        <a:p>
          <a:r>
            <a:rPr lang="en-US"/>
            <a:t>NON (¬)</a:t>
          </a:r>
        </a:p>
      </dgm:t>
    </dgm:pt>
    <dgm:pt modelId="{98B591D9-15CA-4655-996F-D3E7AA1CF796}" type="parTrans" cxnId="{786BADEB-8BFC-4B35-A50E-36F7E521CCCC}">
      <dgm:prSet/>
      <dgm:spPr/>
      <dgm:t>
        <a:bodyPr/>
        <a:lstStyle/>
        <a:p>
          <a:endParaRPr lang="en-US"/>
        </a:p>
      </dgm:t>
    </dgm:pt>
    <dgm:pt modelId="{E1808853-D64A-40B5-BA17-758C5BF0F62F}" type="sibTrans" cxnId="{786BADEB-8BFC-4B35-A50E-36F7E521CCCC}">
      <dgm:prSet/>
      <dgm:spPr/>
      <dgm:t>
        <a:bodyPr/>
        <a:lstStyle/>
        <a:p>
          <a:endParaRPr lang="en-US"/>
        </a:p>
      </dgm:t>
    </dgm:pt>
    <dgm:pt modelId="{647A75F7-8D57-4BAC-BB26-1FD3B803AA20}">
      <dgm:prSet/>
      <dgm:spPr/>
      <dgm:t>
        <a:bodyPr/>
        <a:lstStyle/>
        <a:p>
          <a:r>
            <a:rPr lang="en-US"/>
            <a:t>vrai si P est faux</a:t>
          </a:r>
        </a:p>
      </dgm:t>
    </dgm:pt>
    <dgm:pt modelId="{2F9ED6E1-D416-4946-8067-67B8213B7F2F}" type="parTrans" cxnId="{22998DAC-D939-4915-B1E4-D0F0DB96E45E}">
      <dgm:prSet/>
      <dgm:spPr/>
      <dgm:t>
        <a:bodyPr/>
        <a:lstStyle/>
        <a:p>
          <a:endParaRPr lang="en-US"/>
        </a:p>
      </dgm:t>
    </dgm:pt>
    <dgm:pt modelId="{D5AF079D-9F72-4917-8459-D527E9208394}" type="sibTrans" cxnId="{22998DAC-D939-4915-B1E4-D0F0DB96E45E}">
      <dgm:prSet/>
      <dgm:spPr/>
      <dgm:t>
        <a:bodyPr/>
        <a:lstStyle/>
        <a:p>
          <a:endParaRPr lang="en-US"/>
        </a:p>
      </dgm:t>
    </dgm:pt>
    <dgm:pt modelId="{F687A0A5-5D56-4DEB-8B63-CE0E7290AB6E}" type="pres">
      <dgm:prSet presAssocID="{4916A0B1-677C-44AF-A608-A5C9B0335462}" presName="linear" presStyleCnt="0">
        <dgm:presLayoutVars>
          <dgm:dir/>
          <dgm:animLvl val="lvl"/>
          <dgm:resizeHandles val="exact"/>
        </dgm:presLayoutVars>
      </dgm:prSet>
      <dgm:spPr/>
    </dgm:pt>
    <dgm:pt modelId="{45D14B34-7595-4B49-A782-4FCE5F6BBD01}" type="pres">
      <dgm:prSet presAssocID="{5DCA85C4-5CCD-44FB-94CF-EC527C18E027}" presName="parentLin" presStyleCnt="0"/>
      <dgm:spPr/>
    </dgm:pt>
    <dgm:pt modelId="{B9F81C27-7D54-4CF6-A9D1-CBFF6E9E2D9C}" type="pres">
      <dgm:prSet presAssocID="{5DCA85C4-5CCD-44FB-94CF-EC527C18E027}" presName="parentLeftMargin" presStyleLbl="node1" presStyleIdx="0" presStyleCnt="3"/>
      <dgm:spPr/>
    </dgm:pt>
    <dgm:pt modelId="{D995F6AB-A1A5-4917-A4AF-288BAABE6431}" type="pres">
      <dgm:prSet presAssocID="{5DCA85C4-5CCD-44FB-94CF-EC527C18E02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66335FF-14A1-4C87-9981-19D8B75A3D16}" type="pres">
      <dgm:prSet presAssocID="{5DCA85C4-5CCD-44FB-94CF-EC527C18E027}" presName="negativeSpace" presStyleCnt="0"/>
      <dgm:spPr/>
    </dgm:pt>
    <dgm:pt modelId="{1CDDB391-590C-42D0-A3BB-AE50654DEB1B}" type="pres">
      <dgm:prSet presAssocID="{5DCA85C4-5CCD-44FB-94CF-EC527C18E027}" presName="childText" presStyleLbl="conFgAcc1" presStyleIdx="0" presStyleCnt="3">
        <dgm:presLayoutVars>
          <dgm:bulletEnabled val="1"/>
        </dgm:presLayoutVars>
      </dgm:prSet>
      <dgm:spPr/>
    </dgm:pt>
    <dgm:pt modelId="{772E6FD3-A6BF-4E0B-B08E-D2A3A05DBCD6}" type="pres">
      <dgm:prSet presAssocID="{41C94A14-E739-4189-955F-60F53E83C025}" presName="spaceBetweenRectangles" presStyleCnt="0"/>
      <dgm:spPr/>
    </dgm:pt>
    <dgm:pt modelId="{A883D795-1F2E-4869-8663-DA8344741736}" type="pres">
      <dgm:prSet presAssocID="{641C0024-34F5-42B0-8B8B-CA64B54793E7}" presName="parentLin" presStyleCnt="0"/>
      <dgm:spPr/>
    </dgm:pt>
    <dgm:pt modelId="{EFE667D2-F363-46C7-BDAB-1E739CFBBFD1}" type="pres">
      <dgm:prSet presAssocID="{641C0024-34F5-42B0-8B8B-CA64B54793E7}" presName="parentLeftMargin" presStyleLbl="node1" presStyleIdx="0" presStyleCnt="3"/>
      <dgm:spPr/>
    </dgm:pt>
    <dgm:pt modelId="{51F4241D-3A93-4EBA-BDD3-208C655520F1}" type="pres">
      <dgm:prSet presAssocID="{641C0024-34F5-42B0-8B8B-CA64B54793E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8B69DD3-8375-4517-ABA8-89E27A1C659B}" type="pres">
      <dgm:prSet presAssocID="{641C0024-34F5-42B0-8B8B-CA64B54793E7}" presName="negativeSpace" presStyleCnt="0"/>
      <dgm:spPr/>
    </dgm:pt>
    <dgm:pt modelId="{30CC0619-EDDD-4922-9FBA-777EC62075DE}" type="pres">
      <dgm:prSet presAssocID="{641C0024-34F5-42B0-8B8B-CA64B54793E7}" presName="childText" presStyleLbl="conFgAcc1" presStyleIdx="1" presStyleCnt="3">
        <dgm:presLayoutVars>
          <dgm:bulletEnabled val="1"/>
        </dgm:presLayoutVars>
      </dgm:prSet>
      <dgm:spPr/>
    </dgm:pt>
    <dgm:pt modelId="{7C6382A3-F841-4999-863C-59CC4DF82260}" type="pres">
      <dgm:prSet presAssocID="{E568CBDC-D847-4D58-AD42-25F0555739B5}" presName="spaceBetweenRectangles" presStyleCnt="0"/>
      <dgm:spPr/>
    </dgm:pt>
    <dgm:pt modelId="{EF62EB82-2F6C-42B9-831E-6B09D3EBFB85}" type="pres">
      <dgm:prSet presAssocID="{48953F7C-8045-4809-805D-5057FB7DC3A4}" presName="parentLin" presStyleCnt="0"/>
      <dgm:spPr/>
    </dgm:pt>
    <dgm:pt modelId="{57C9632D-1917-4E79-91D9-2252BF141EC9}" type="pres">
      <dgm:prSet presAssocID="{48953F7C-8045-4809-805D-5057FB7DC3A4}" presName="parentLeftMargin" presStyleLbl="node1" presStyleIdx="1" presStyleCnt="3"/>
      <dgm:spPr/>
    </dgm:pt>
    <dgm:pt modelId="{C7257DAA-3BED-4F8C-A8FF-980D0D0ECD3A}" type="pres">
      <dgm:prSet presAssocID="{48953F7C-8045-4809-805D-5057FB7DC3A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76E8DEB-C335-4996-AC0A-07A98F0B32D4}" type="pres">
      <dgm:prSet presAssocID="{48953F7C-8045-4809-805D-5057FB7DC3A4}" presName="negativeSpace" presStyleCnt="0"/>
      <dgm:spPr/>
    </dgm:pt>
    <dgm:pt modelId="{E339657C-09F5-42C4-89C8-A2B4EF611EF1}" type="pres">
      <dgm:prSet presAssocID="{48953F7C-8045-4809-805D-5057FB7DC3A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4EDAC0A-9D0F-4F9B-9A2B-AC8E88917329}" type="presOf" srcId="{4916A0B1-677C-44AF-A608-A5C9B0335462}" destId="{F687A0A5-5D56-4DEB-8B63-CE0E7290AB6E}" srcOrd="0" destOrd="0" presId="urn:microsoft.com/office/officeart/2005/8/layout/list1"/>
    <dgm:cxn modelId="{26F85C12-CF22-4E40-BC25-F1D1175923F8}" srcId="{4916A0B1-677C-44AF-A608-A5C9B0335462}" destId="{641C0024-34F5-42B0-8B8B-CA64B54793E7}" srcOrd="1" destOrd="0" parTransId="{C294FB68-49D1-4BD5-9E29-9F7E05756AD0}" sibTransId="{E568CBDC-D847-4D58-AD42-25F0555739B5}"/>
    <dgm:cxn modelId="{F7465B37-E836-4BC9-B077-ADDF2BEEE833}" type="presOf" srcId="{5DCA85C4-5CCD-44FB-94CF-EC527C18E027}" destId="{B9F81C27-7D54-4CF6-A9D1-CBFF6E9E2D9C}" srcOrd="0" destOrd="0" presId="urn:microsoft.com/office/officeart/2005/8/layout/list1"/>
    <dgm:cxn modelId="{29A95D40-029E-4482-82CF-022A668790C7}" type="presOf" srcId="{127952CE-3BA4-4C01-AF44-3AE0298B678F}" destId="{1CDDB391-590C-42D0-A3BB-AE50654DEB1B}" srcOrd="0" destOrd="0" presId="urn:microsoft.com/office/officeart/2005/8/layout/list1"/>
    <dgm:cxn modelId="{9DF74444-286A-450B-8295-5BDCFD5E176A}" type="presOf" srcId="{03DDDF30-89D8-45BC-97D7-37F9E09A3611}" destId="{30CC0619-EDDD-4922-9FBA-777EC62075DE}" srcOrd="0" destOrd="0" presId="urn:microsoft.com/office/officeart/2005/8/layout/list1"/>
    <dgm:cxn modelId="{0B3FE266-B44B-4D46-ABEA-F2EF09C1DE82}" type="presOf" srcId="{647A75F7-8D57-4BAC-BB26-1FD3B803AA20}" destId="{E339657C-09F5-42C4-89C8-A2B4EF611EF1}" srcOrd="0" destOrd="0" presId="urn:microsoft.com/office/officeart/2005/8/layout/list1"/>
    <dgm:cxn modelId="{4E65694C-4908-42EC-A35D-C12C6F79B405}" type="presOf" srcId="{641C0024-34F5-42B0-8B8B-CA64B54793E7}" destId="{EFE667D2-F363-46C7-BDAB-1E739CFBBFD1}" srcOrd="0" destOrd="0" presId="urn:microsoft.com/office/officeart/2005/8/layout/list1"/>
    <dgm:cxn modelId="{7F473D6F-9E2C-4B3A-91EB-FDD648A87563}" type="presOf" srcId="{641C0024-34F5-42B0-8B8B-CA64B54793E7}" destId="{51F4241D-3A93-4EBA-BDD3-208C655520F1}" srcOrd="1" destOrd="0" presId="urn:microsoft.com/office/officeart/2005/8/layout/list1"/>
    <dgm:cxn modelId="{D5894357-267D-4AFD-8ED7-DFEFF6D5CB79}" type="presOf" srcId="{48953F7C-8045-4809-805D-5057FB7DC3A4}" destId="{C7257DAA-3BED-4F8C-A8FF-980D0D0ECD3A}" srcOrd="1" destOrd="0" presId="urn:microsoft.com/office/officeart/2005/8/layout/list1"/>
    <dgm:cxn modelId="{8B107A8C-CC96-4012-83A3-1E59A1D6E8F8}" type="presOf" srcId="{48953F7C-8045-4809-805D-5057FB7DC3A4}" destId="{57C9632D-1917-4E79-91D9-2252BF141EC9}" srcOrd="0" destOrd="0" presId="urn:microsoft.com/office/officeart/2005/8/layout/list1"/>
    <dgm:cxn modelId="{496F7F97-E638-4491-B6A8-DF2DC2E6E401}" srcId="{5DCA85C4-5CCD-44FB-94CF-EC527C18E027}" destId="{127952CE-3BA4-4C01-AF44-3AE0298B678F}" srcOrd="0" destOrd="0" parTransId="{406A5CE9-9CC8-4800-A261-23DC4C865CCF}" sibTransId="{F660A2CC-05E1-46BC-A7C0-3F0D2CBB1C34}"/>
    <dgm:cxn modelId="{22998DAC-D939-4915-B1E4-D0F0DB96E45E}" srcId="{48953F7C-8045-4809-805D-5057FB7DC3A4}" destId="{647A75F7-8D57-4BAC-BB26-1FD3B803AA20}" srcOrd="0" destOrd="0" parTransId="{2F9ED6E1-D416-4946-8067-67B8213B7F2F}" sibTransId="{D5AF079D-9F72-4917-8459-D527E9208394}"/>
    <dgm:cxn modelId="{EEB24BBD-4745-4644-B976-A33C2956E739}" type="presOf" srcId="{5DCA85C4-5CCD-44FB-94CF-EC527C18E027}" destId="{D995F6AB-A1A5-4917-A4AF-288BAABE6431}" srcOrd="1" destOrd="0" presId="urn:microsoft.com/office/officeart/2005/8/layout/list1"/>
    <dgm:cxn modelId="{3FD838C0-08AC-45A7-9BB2-2E5CCF9A354B}" srcId="{4916A0B1-677C-44AF-A608-A5C9B0335462}" destId="{5DCA85C4-5CCD-44FB-94CF-EC527C18E027}" srcOrd="0" destOrd="0" parTransId="{E60D703E-DAD1-4C69-AC39-8F06C40B3393}" sibTransId="{41C94A14-E739-4189-955F-60F53E83C025}"/>
    <dgm:cxn modelId="{5F54DDDD-30CE-4E4D-973F-34E63DB7D0EB}" srcId="{641C0024-34F5-42B0-8B8B-CA64B54793E7}" destId="{03DDDF30-89D8-45BC-97D7-37F9E09A3611}" srcOrd="0" destOrd="0" parTransId="{13522115-3BD6-4BAB-8737-ABB888F50025}" sibTransId="{EF9B22B6-4838-493C-9DE7-C0EDF7AE93D0}"/>
    <dgm:cxn modelId="{786BADEB-8BFC-4B35-A50E-36F7E521CCCC}" srcId="{4916A0B1-677C-44AF-A608-A5C9B0335462}" destId="{48953F7C-8045-4809-805D-5057FB7DC3A4}" srcOrd="2" destOrd="0" parTransId="{98B591D9-15CA-4655-996F-D3E7AA1CF796}" sibTransId="{E1808853-D64A-40B5-BA17-758C5BF0F62F}"/>
    <dgm:cxn modelId="{87A74ED6-15F4-4588-AD1E-3114FF1F1B54}" type="presParOf" srcId="{F687A0A5-5D56-4DEB-8B63-CE0E7290AB6E}" destId="{45D14B34-7595-4B49-A782-4FCE5F6BBD01}" srcOrd="0" destOrd="0" presId="urn:microsoft.com/office/officeart/2005/8/layout/list1"/>
    <dgm:cxn modelId="{BF655817-0670-44AF-A3FF-11C622EF114E}" type="presParOf" srcId="{45D14B34-7595-4B49-A782-4FCE5F6BBD01}" destId="{B9F81C27-7D54-4CF6-A9D1-CBFF6E9E2D9C}" srcOrd="0" destOrd="0" presId="urn:microsoft.com/office/officeart/2005/8/layout/list1"/>
    <dgm:cxn modelId="{BF0C5387-A17F-4BE5-B001-C0C3F8157F24}" type="presParOf" srcId="{45D14B34-7595-4B49-A782-4FCE5F6BBD01}" destId="{D995F6AB-A1A5-4917-A4AF-288BAABE6431}" srcOrd="1" destOrd="0" presId="urn:microsoft.com/office/officeart/2005/8/layout/list1"/>
    <dgm:cxn modelId="{A840D896-397C-4911-A8B0-96235E468EF0}" type="presParOf" srcId="{F687A0A5-5D56-4DEB-8B63-CE0E7290AB6E}" destId="{466335FF-14A1-4C87-9981-19D8B75A3D16}" srcOrd="1" destOrd="0" presId="urn:microsoft.com/office/officeart/2005/8/layout/list1"/>
    <dgm:cxn modelId="{EBD58691-A71D-4D78-98A2-F14B65C5DBB5}" type="presParOf" srcId="{F687A0A5-5D56-4DEB-8B63-CE0E7290AB6E}" destId="{1CDDB391-590C-42D0-A3BB-AE50654DEB1B}" srcOrd="2" destOrd="0" presId="urn:microsoft.com/office/officeart/2005/8/layout/list1"/>
    <dgm:cxn modelId="{7C392FB8-C72B-4DBC-BE5C-4E9A961ED897}" type="presParOf" srcId="{F687A0A5-5D56-4DEB-8B63-CE0E7290AB6E}" destId="{772E6FD3-A6BF-4E0B-B08E-D2A3A05DBCD6}" srcOrd="3" destOrd="0" presId="urn:microsoft.com/office/officeart/2005/8/layout/list1"/>
    <dgm:cxn modelId="{DFE13392-9225-43CF-A445-27E798A5A018}" type="presParOf" srcId="{F687A0A5-5D56-4DEB-8B63-CE0E7290AB6E}" destId="{A883D795-1F2E-4869-8663-DA8344741736}" srcOrd="4" destOrd="0" presId="urn:microsoft.com/office/officeart/2005/8/layout/list1"/>
    <dgm:cxn modelId="{57244AF4-F6AB-4081-AE6F-1CF4C3C9FC09}" type="presParOf" srcId="{A883D795-1F2E-4869-8663-DA8344741736}" destId="{EFE667D2-F363-46C7-BDAB-1E739CFBBFD1}" srcOrd="0" destOrd="0" presId="urn:microsoft.com/office/officeart/2005/8/layout/list1"/>
    <dgm:cxn modelId="{A47828D3-A735-4004-82E7-8190FC101582}" type="presParOf" srcId="{A883D795-1F2E-4869-8663-DA8344741736}" destId="{51F4241D-3A93-4EBA-BDD3-208C655520F1}" srcOrd="1" destOrd="0" presId="urn:microsoft.com/office/officeart/2005/8/layout/list1"/>
    <dgm:cxn modelId="{2A657FDA-7F3A-4BC4-86A7-517BE929ECFC}" type="presParOf" srcId="{F687A0A5-5D56-4DEB-8B63-CE0E7290AB6E}" destId="{38B69DD3-8375-4517-ABA8-89E27A1C659B}" srcOrd="5" destOrd="0" presId="urn:microsoft.com/office/officeart/2005/8/layout/list1"/>
    <dgm:cxn modelId="{81DB90FA-BB62-4D1F-BE69-500D0C21907B}" type="presParOf" srcId="{F687A0A5-5D56-4DEB-8B63-CE0E7290AB6E}" destId="{30CC0619-EDDD-4922-9FBA-777EC62075DE}" srcOrd="6" destOrd="0" presId="urn:microsoft.com/office/officeart/2005/8/layout/list1"/>
    <dgm:cxn modelId="{3E3A0876-C3E4-4DAC-ABA5-4227CE5251EF}" type="presParOf" srcId="{F687A0A5-5D56-4DEB-8B63-CE0E7290AB6E}" destId="{7C6382A3-F841-4999-863C-59CC4DF82260}" srcOrd="7" destOrd="0" presId="urn:microsoft.com/office/officeart/2005/8/layout/list1"/>
    <dgm:cxn modelId="{7EF70B7F-2FE9-45FA-AE5C-21057EEF8EE6}" type="presParOf" srcId="{F687A0A5-5D56-4DEB-8B63-CE0E7290AB6E}" destId="{EF62EB82-2F6C-42B9-831E-6B09D3EBFB85}" srcOrd="8" destOrd="0" presId="urn:microsoft.com/office/officeart/2005/8/layout/list1"/>
    <dgm:cxn modelId="{7486E785-5F73-45DC-A0E8-D739C0631C0A}" type="presParOf" srcId="{EF62EB82-2F6C-42B9-831E-6B09D3EBFB85}" destId="{57C9632D-1917-4E79-91D9-2252BF141EC9}" srcOrd="0" destOrd="0" presId="urn:microsoft.com/office/officeart/2005/8/layout/list1"/>
    <dgm:cxn modelId="{B31305AA-D168-43CA-B9D2-D0D1F88E480F}" type="presParOf" srcId="{EF62EB82-2F6C-42B9-831E-6B09D3EBFB85}" destId="{C7257DAA-3BED-4F8C-A8FF-980D0D0ECD3A}" srcOrd="1" destOrd="0" presId="urn:microsoft.com/office/officeart/2005/8/layout/list1"/>
    <dgm:cxn modelId="{000CA64B-53B8-4DBD-B71F-483BC2DF59DD}" type="presParOf" srcId="{F687A0A5-5D56-4DEB-8B63-CE0E7290AB6E}" destId="{C76E8DEB-C335-4996-AC0A-07A98F0B32D4}" srcOrd="9" destOrd="0" presId="urn:microsoft.com/office/officeart/2005/8/layout/list1"/>
    <dgm:cxn modelId="{546E78EB-5AA3-4514-9EE5-86FC09D841F0}" type="presParOf" srcId="{F687A0A5-5D56-4DEB-8B63-CE0E7290AB6E}" destId="{E339657C-09F5-42C4-89C8-A2B4EF611EF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3098984-E53D-4F4F-8499-FD28843D24CF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2D58D42-9DC5-455D-A40F-4B7E366A1DDE}">
      <dgm:prSet/>
      <dgm:spPr/>
      <dgm:t>
        <a:bodyPr/>
        <a:lstStyle/>
        <a:p>
          <a:r>
            <a:rPr lang="en-US"/>
            <a:t>Définition : P ⇒ Q ≡ (¬P) ∨ Q</a:t>
          </a:r>
        </a:p>
      </dgm:t>
    </dgm:pt>
    <dgm:pt modelId="{2DF6E37C-7DCD-4AB7-B707-414E45863B48}" type="parTrans" cxnId="{04BC4707-AADF-4952-97C0-4DFC1E599862}">
      <dgm:prSet/>
      <dgm:spPr/>
      <dgm:t>
        <a:bodyPr/>
        <a:lstStyle/>
        <a:p>
          <a:endParaRPr lang="en-US"/>
        </a:p>
      </dgm:t>
    </dgm:pt>
    <dgm:pt modelId="{F36665CE-0FBE-412E-8D52-B4D77CE2608D}" type="sibTrans" cxnId="{04BC4707-AADF-4952-97C0-4DFC1E599862}">
      <dgm:prSet/>
      <dgm:spPr/>
      <dgm:t>
        <a:bodyPr/>
        <a:lstStyle/>
        <a:p>
          <a:endParaRPr lang="en-US"/>
        </a:p>
      </dgm:t>
    </dgm:pt>
    <dgm:pt modelId="{B9D33FD0-EE32-4C21-9780-9A82427EC78F}">
      <dgm:prSet/>
      <dgm:spPr/>
      <dgm:t>
        <a:bodyPr/>
        <a:lstStyle/>
        <a:p>
          <a:r>
            <a:rPr lang="en-US"/>
            <a:t>Seule fausse quand P=1 et Q=0</a:t>
          </a:r>
        </a:p>
      </dgm:t>
    </dgm:pt>
    <dgm:pt modelId="{236F572C-A589-46FE-A9CD-C01BECE5AE0C}" type="parTrans" cxnId="{4AD54306-BC06-4372-A492-7992D6C130D5}">
      <dgm:prSet/>
      <dgm:spPr/>
      <dgm:t>
        <a:bodyPr/>
        <a:lstStyle/>
        <a:p>
          <a:endParaRPr lang="en-US"/>
        </a:p>
      </dgm:t>
    </dgm:pt>
    <dgm:pt modelId="{20E46071-614B-48AC-9651-FED66AEAF0B2}" type="sibTrans" cxnId="{4AD54306-BC06-4372-A492-7992D6C130D5}">
      <dgm:prSet/>
      <dgm:spPr/>
      <dgm:t>
        <a:bodyPr/>
        <a:lstStyle/>
        <a:p>
          <a:endParaRPr lang="en-US"/>
        </a:p>
      </dgm:t>
    </dgm:pt>
    <dgm:pt modelId="{9F75FD2F-A4FB-4593-B2FB-09D3F61F68DE}">
      <dgm:prSet/>
      <dgm:spPr/>
      <dgm:t>
        <a:bodyPr/>
        <a:lstStyle/>
        <a:p>
          <a:r>
            <a:rPr lang="en-US"/>
            <a:t>Lecture</a:t>
          </a:r>
        </a:p>
      </dgm:t>
    </dgm:pt>
    <dgm:pt modelId="{A658E6EC-0DDF-4E7C-9A8D-2B460B704FF1}" type="parTrans" cxnId="{E6179F02-0F8D-4974-86EF-20F8E2653E8A}">
      <dgm:prSet/>
      <dgm:spPr/>
      <dgm:t>
        <a:bodyPr/>
        <a:lstStyle/>
        <a:p>
          <a:endParaRPr lang="en-US"/>
        </a:p>
      </dgm:t>
    </dgm:pt>
    <dgm:pt modelId="{975BD4E9-F781-45D7-852A-2F5CC709564F}" type="sibTrans" cxnId="{E6179F02-0F8D-4974-86EF-20F8E2653E8A}">
      <dgm:prSet/>
      <dgm:spPr/>
      <dgm:t>
        <a:bodyPr/>
        <a:lstStyle/>
        <a:p>
          <a:endParaRPr lang="en-US"/>
        </a:p>
      </dgm:t>
    </dgm:pt>
    <dgm:pt modelId="{D1EE7D55-8440-4354-B79F-7BEBFA011BA1}">
      <dgm:prSet/>
      <dgm:spPr/>
      <dgm:t>
        <a:bodyPr/>
        <a:lstStyle/>
        <a:p>
          <a:r>
            <a:rPr lang="en-US"/>
            <a:t>« si P alors Q » ; attention aux idées reçues</a:t>
          </a:r>
        </a:p>
      </dgm:t>
    </dgm:pt>
    <dgm:pt modelId="{287A8D32-0678-4395-9138-7FA7CD81031C}" type="parTrans" cxnId="{EBD494D3-AF6D-47C5-8B0D-57E620DA6301}">
      <dgm:prSet/>
      <dgm:spPr/>
      <dgm:t>
        <a:bodyPr/>
        <a:lstStyle/>
        <a:p>
          <a:endParaRPr lang="en-US"/>
        </a:p>
      </dgm:t>
    </dgm:pt>
    <dgm:pt modelId="{192DDD7C-6BED-49B9-8E52-78B45510597A}" type="sibTrans" cxnId="{EBD494D3-AF6D-47C5-8B0D-57E620DA6301}">
      <dgm:prSet/>
      <dgm:spPr/>
      <dgm:t>
        <a:bodyPr/>
        <a:lstStyle/>
        <a:p>
          <a:endParaRPr lang="en-US"/>
        </a:p>
      </dgm:t>
    </dgm:pt>
    <dgm:pt modelId="{0FFED02C-F9B6-4D69-A77B-FF0011ABE04C}" type="pres">
      <dgm:prSet presAssocID="{93098984-E53D-4F4F-8499-FD28843D24CF}" presName="linear" presStyleCnt="0">
        <dgm:presLayoutVars>
          <dgm:dir/>
          <dgm:animLvl val="lvl"/>
          <dgm:resizeHandles val="exact"/>
        </dgm:presLayoutVars>
      </dgm:prSet>
      <dgm:spPr/>
    </dgm:pt>
    <dgm:pt modelId="{5054C929-442A-4A0C-830C-E78504C25227}" type="pres">
      <dgm:prSet presAssocID="{22D58D42-9DC5-455D-A40F-4B7E366A1DDE}" presName="parentLin" presStyleCnt="0"/>
      <dgm:spPr/>
    </dgm:pt>
    <dgm:pt modelId="{B0F72EBD-0BB0-4C34-9553-30E3A4021BB0}" type="pres">
      <dgm:prSet presAssocID="{22D58D42-9DC5-455D-A40F-4B7E366A1DDE}" presName="parentLeftMargin" presStyleLbl="node1" presStyleIdx="0" presStyleCnt="3"/>
      <dgm:spPr/>
    </dgm:pt>
    <dgm:pt modelId="{2076B027-BB15-4E8B-AB4F-A9CFBFA2F7E1}" type="pres">
      <dgm:prSet presAssocID="{22D58D42-9DC5-455D-A40F-4B7E366A1DD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89F052F-1334-48BF-9171-454398B60C65}" type="pres">
      <dgm:prSet presAssocID="{22D58D42-9DC5-455D-A40F-4B7E366A1DDE}" presName="negativeSpace" presStyleCnt="0"/>
      <dgm:spPr/>
    </dgm:pt>
    <dgm:pt modelId="{C27DD75E-4ADE-461E-901E-36BFBE0D7F5D}" type="pres">
      <dgm:prSet presAssocID="{22D58D42-9DC5-455D-A40F-4B7E366A1DDE}" presName="childText" presStyleLbl="conFgAcc1" presStyleIdx="0" presStyleCnt="3">
        <dgm:presLayoutVars>
          <dgm:bulletEnabled val="1"/>
        </dgm:presLayoutVars>
      </dgm:prSet>
      <dgm:spPr/>
    </dgm:pt>
    <dgm:pt modelId="{0812AFCC-C212-4513-A0F8-E2D79738CA62}" type="pres">
      <dgm:prSet presAssocID="{F36665CE-0FBE-412E-8D52-B4D77CE2608D}" presName="spaceBetweenRectangles" presStyleCnt="0"/>
      <dgm:spPr/>
    </dgm:pt>
    <dgm:pt modelId="{8F628C03-DB7E-4D93-86A6-2E7A5AA8DF8C}" type="pres">
      <dgm:prSet presAssocID="{B9D33FD0-EE32-4C21-9780-9A82427EC78F}" presName="parentLin" presStyleCnt="0"/>
      <dgm:spPr/>
    </dgm:pt>
    <dgm:pt modelId="{CF9961D7-876D-4616-817B-C99D3E713B53}" type="pres">
      <dgm:prSet presAssocID="{B9D33FD0-EE32-4C21-9780-9A82427EC78F}" presName="parentLeftMargin" presStyleLbl="node1" presStyleIdx="0" presStyleCnt="3"/>
      <dgm:spPr/>
    </dgm:pt>
    <dgm:pt modelId="{DB7982B1-6F19-4D90-956E-6FA282A2E62F}" type="pres">
      <dgm:prSet presAssocID="{B9D33FD0-EE32-4C21-9780-9A82427EC78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F6BF1E3-71C9-4476-8A18-43E1F3194EBD}" type="pres">
      <dgm:prSet presAssocID="{B9D33FD0-EE32-4C21-9780-9A82427EC78F}" presName="negativeSpace" presStyleCnt="0"/>
      <dgm:spPr/>
    </dgm:pt>
    <dgm:pt modelId="{DED3F1D1-E0DB-4684-BE06-8A0BCB33FC65}" type="pres">
      <dgm:prSet presAssocID="{B9D33FD0-EE32-4C21-9780-9A82427EC78F}" presName="childText" presStyleLbl="conFgAcc1" presStyleIdx="1" presStyleCnt="3">
        <dgm:presLayoutVars>
          <dgm:bulletEnabled val="1"/>
        </dgm:presLayoutVars>
      </dgm:prSet>
      <dgm:spPr/>
    </dgm:pt>
    <dgm:pt modelId="{00F783BC-22DB-497D-B9BC-E239194B120B}" type="pres">
      <dgm:prSet presAssocID="{20E46071-614B-48AC-9651-FED66AEAF0B2}" presName="spaceBetweenRectangles" presStyleCnt="0"/>
      <dgm:spPr/>
    </dgm:pt>
    <dgm:pt modelId="{4A2A6419-03AC-4968-B59A-08B18E356B14}" type="pres">
      <dgm:prSet presAssocID="{9F75FD2F-A4FB-4593-B2FB-09D3F61F68DE}" presName="parentLin" presStyleCnt="0"/>
      <dgm:spPr/>
    </dgm:pt>
    <dgm:pt modelId="{7AD2F51E-6DD7-4858-97CA-AC68F33A6BFE}" type="pres">
      <dgm:prSet presAssocID="{9F75FD2F-A4FB-4593-B2FB-09D3F61F68DE}" presName="parentLeftMargin" presStyleLbl="node1" presStyleIdx="1" presStyleCnt="3"/>
      <dgm:spPr/>
    </dgm:pt>
    <dgm:pt modelId="{57EBC74C-0734-454B-B801-8F194CB07569}" type="pres">
      <dgm:prSet presAssocID="{9F75FD2F-A4FB-4593-B2FB-09D3F61F68D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7602454-A933-4956-A678-A101E6E7D10C}" type="pres">
      <dgm:prSet presAssocID="{9F75FD2F-A4FB-4593-B2FB-09D3F61F68DE}" presName="negativeSpace" presStyleCnt="0"/>
      <dgm:spPr/>
    </dgm:pt>
    <dgm:pt modelId="{427D733F-891F-474D-AF12-F30F88FF73A9}" type="pres">
      <dgm:prSet presAssocID="{9F75FD2F-A4FB-4593-B2FB-09D3F61F68D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6179F02-0F8D-4974-86EF-20F8E2653E8A}" srcId="{93098984-E53D-4F4F-8499-FD28843D24CF}" destId="{9F75FD2F-A4FB-4593-B2FB-09D3F61F68DE}" srcOrd="2" destOrd="0" parTransId="{A658E6EC-0DDF-4E7C-9A8D-2B460B704FF1}" sibTransId="{975BD4E9-F781-45D7-852A-2F5CC709564F}"/>
    <dgm:cxn modelId="{4AD54306-BC06-4372-A492-7992D6C130D5}" srcId="{93098984-E53D-4F4F-8499-FD28843D24CF}" destId="{B9D33FD0-EE32-4C21-9780-9A82427EC78F}" srcOrd="1" destOrd="0" parTransId="{236F572C-A589-46FE-A9CD-C01BECE5AE0C}" sibTransId="{20E46071-614B-48AC-9651-FED66AEAF0B2}"/>
    <dgm:cxn modelId="{04BC4707-AADF-4952-97C0-4DFC1E599862}" srcId="{93098984-E53D-4F4F-8499-FD28843D24CF}" destId="{22D58D42-9DC5-455D-A40F-4B7E366A1DDE}" srcOrd="0" destOrd="0" parTransId="{2DF6E37C-7DCD-4AB7-B707-414E45863B48}" sibTransId="{F36665CE-0FBE-412E-8D52-B4D77CE2608D}"/>
    <dgm:cxn modelId="{8B735618-2F3F-4893-9A94-5CE821E78E08}" type="presOf" srcId="{9F75FD2F-A4FB-4593-B2FB-09D3F61F68DE}" destId="{7AD2F51E-6DD7-4858-97CA-AC68F33A6BFE}" srcOrd="0" destOrd="0" presId="urn:microsoft.com/office/officeart/2005/8/layout/list1"/>
    <dgm:cxn modelId="{343C7227-FB85-46C5-B396-D8E14730618D}" type="presOf" srcId="{D1EE7D55-8440-4354-B79F-7BEBFA011BA1}" destId="{427D733F-891F-474D-AF12-F30F88FF73A9}" srcOrd="0" destOrd="0" presId="urn:microsoft.com/office/officeart/2005/8/layout/list1"/>
    <dgm:cxn modelId="{E26B0D2A-72D9-4C65-887A-A408AFBCA286}" type="presOf" srcId="{B9D33FD0-EE32-4C21-9780-9A82427EC78F}" destId="{DB7982B1-6F19-4D90-956E-6FA282A2E62F}" srcOrd="1" destOrd="0" presId="urn:microsoft.com/office/officeart/2005/8/layout/list1"/>
    <dgm:cxn modelId="{9906F365-C9BC-42D8-A7B3-2C10B0D6B160}" type="presOf" srcId="{9F75FD2F-A4FB-4593-B2FB-09D3F61F68DE}" destId="{57EBC74C-0734-454B-B801-8F194CB07569}" srcOrd="1" destOrd="0" presId="urn:microsoft.com/office/officeart/2005/8/layout/list1"/>
    <dgm:cxn modelId="{1E367A68-9A91-46E7-BC9E-846B1304F36D}" type="presOf" srcId="{22D58D42-9DC5-455D-A40F-4B7E366A1DDE}" destId="{2076B027-BB15-4E8B-AB4F-A9CFBFA2F7E1}" srcOrd="1" destOrd="0" presId="urn:microsoft.com/office/officeart/2005/8/layout/list1"/>
    <dgm:cxn modelId="{3E08D950-DF70-49DE-BA87-526CBCAF8235}" type="presOf" srcId="{93098984-E53D-4F4F-8499-FD28843D24CF}" destId="{0FFED02C-F9B6-4D69-A77B-FF0011ABE04C}" srcOrd="0" destOrd="0" presId="urn:microsoft.com/office/officeart/2005/8/layout/list1"/>
    <dgm:cxn modelId="{07EC52D2-B2DF-4C0F-9B01-D5EC23E3952B}" type="presOf" srcId="{22D58D42-9DC5-455D-A40F-4B7E366A1DDE}" destId="{B0F72EBD-0BB0-4C34-9553-30E3A4021BB0}" srcOrd="0" destOrd="0" presId="urn:microsoft.com/office/officeart/2005/8/layout/list1"/>
    <dgm:cxn modelId="{EBD494D3-AF6D-47C5-8B0D-57E620DA6301}" srcId="{9F75FD2F-A4FB-4593-B2FB-09D3F61F68DE}" destId="{D1EE7D55-8440-4354-B79F-7BEBFA011BA1}" srcOrd="0" destOrd="0" parTransId="{287A8D32-0678-4395-9138-7FA7CD81031C}" sibTransId="{192DDD7C-6BED-49B9-8E52-78B45510597A}"/>
    <dgm:cxn modelId="{7F5716DE-8B27-4706-9B58-DAA6C1DEF0D1}" type="presOf" srcId="{B9D33FD0-EE32-4C21-9780-9A82427EC78F}" destId="{CF9961D7-876D-4616-817B-C99D3E713B53}" srcOrd="0" destOrd="0" presId="urn:microsoft.com/office/officeart/2005/8/layout/list1"/>
    <dgm:cxn modelId="{E893901B-3B2B-4626-8734-C612D002D269}" type="presParOf" srcId="{0FFED02C-F9B6-4D69-A77B-FF0011ABE04C}" destId="{5054C929-442A-4A0C-830C-E78504C25227}" srcOrd="0" destOrd="0" presId="urn:microsoft.com/office/officeart/2005/8/layout/list1"/>
    <dgm:cxn modelId="{4BE20901-CAA4-4CB9-832F-733F20B80E09}" type="presParOf" srcId="{5054C929-442A-4A0C-830C-E78504C25227}" destId="{B0F72EBD-0BB0-4C34-9553-30E3A4021BB0}" srcOrd="0" destOrd="0" presId="urn:microsoft.com/office/officeart/2005/8/layout/list1"/>
    <dgm:cxn modelId="{F7FD3641-1F0E-4394-AF1E-D4DFF7DEADE9}" type="presParOf" srcId="{5054C929-442A-4A0C-830C-E78504C25227}" destId="{2076B027-BB15-4E8B-AB4F-A9CFBFA2F7E1}" srcOrd="1" destOrd="0" presId="urn:microsoft.com/office/officeart/2005/8/layout/list1"/>
    <dgm:cxn modelId="{95AA705F-869F-4292-A36D-15C5DFB3CE52}" type="presParOf" srcId="{0FFED02C-F9B6-4D69-A77B-FF0011ABE04C}" destId="{D89F052F-1334-48BF-9171-454398B60C65}" srcOrd="1" destOrd="0" presId="urn:microsoft.com/office/officeart/2005/8/layout/list1"/>
    <dgm:cxn modelId="{6D3BE8BF-16F7-4982-B7D2-C516E8414F0A}" type="presParOf" srcId="{0FFED02C-F9B6-4D69-A77B-FF0011ABE04C}" destId="{C27DD75E-4ADE-461E-901E-36BFBE0D7F5D}" srcOrd="2" destOrd="0" presId="urn:microsoft.com/office/officeart/2005/8/layout/list1"/>
    <dgm:cxn modelId="{9B06BEA9-53BE-4C9A-BB0A-D428F5F0EF58}" type="presParOf" srcId="{0FFED02C-F9B6-4D69-A77B-FF0011ABE04C}" destId="{0812AFCC-C212-4513-A0F8-E2D79738CA62}" srcOrd="3" destOrd="0" presId="urn:microsoft.com/office/officeart/2005/8/layout/list1"/>
    <dgm:cxn modelId="{68F29914-44F4-4F52-AC7D-EC1A4851716C}" type="presParOf" srcId="{0FFED02C-F9B6-4D69-A77B-FF0011ABE04C}" destId="{8F628C03-DB7E-4D93-86A6-2E7A5AA8DF8C}" srcOrd="4" destOrd="0" presId="urn:microsoft.com/office/officeart/2005/8/layout/list1"/>
    <dgm:cxn modelId="{D54E2B3A-23CB-4C4E-908D-290066F19503}" type="presParOf" srcId="{8F628C03-DB7E-4D93-86A6-2E7A5AA8DF8C}" destId="{CF9961D7-876D-4616-817B-C99D3E713B53}" srcOrd="0" destOrd="0" presId="urn:microsoft.com/office/officeart/2005/8/layout/list1"/>
    <dgm:cxn modelId="{4C97C876-3F1A-475E-A7D2-EDBE6101917C}" type="presParOf" srcId="{8F628C03-DB7E-4D93-86A6-2E7A5AA8DF8C}" destId="{DB7982B1-6F19-4D90-956E-6FA282A2E62F}" srcOrd="1" destOrd="0" presId="urn:microsoft.com/office/officeart/2005/8/layout/list1"/>
    <dgm:cxn modelId="{7A9C7EF9-22ED-4283-9CA5-D479DEDF95FC}" type="presParOf" srcId="{0FFED02C-F9B6-4D69-A77B-FF0011ABE04C}" destId="{FF6BF1E3-71C9-4476-8A18-43E1F3194EBD}" srcOrd="5" destOrd="0" presId="urn:microsoft.com/office/officeart/2005/8/layout/list1"/>
    <dgm:cxn modelId="{544680D6-9824-4327-8694-06B744A53F84}" type="presParOf" srcId="{0FFED02C-F9B6-4D69-A77B-FF0011ABE04C}" destId="{DED3F1D1-E0DB-4684-BE06-8A0BCB33FC65}" srcOrd="6" destOrd="0" presId="urn:microsoft.com/office/officeart/2005/8/layout/list1"/>
    <dgm:cxn modelId="{053FED52-77A2-4BB0-B3F6-E200874BDA93}" type="presParOf" srcId="{0FFED02C-F9B6-4D69-A77B-FF0011ABE04C}" destId="{00F783BC-22DB-497D-B9BC-E239194B120B}" srcOrd="7" destOrd="0" presId="urn:microsoft.com/office/officeart/2005/8/layout/list1"/>
    <dgm:cxn modelId="{73BEA995-86CA-40B3-A3A8-D3359B5991FB}" type="presParOf" srcId="{0FFED02C-F9B6-4D69-A77B-FF0011ABE04C}" destId="{4A2A6419-03AC-4968-B59A-08B18E356B14}" srcOrd="8" destOrd="0" presId="urn:microsoft.com/office/officeart/2005/8/layout/list1"/>
    <dgm:cxn modelId="{A649DD26-0DB7-4B90-97CD-0C0703CD50C2}" type="presParOf" srcId="{4A2A6419-03AC-4968-B59A-08B18E356B14}" destId="{7AD2F51E-6DD7-4858-97CA-AC68F33A6BFE}" srcOrd="0" destOrd="0" presId="urn:microsoft.com/office/officeart/2005/8/layout/list1"/>
    <dgm:cxn modelId="{CDDAB7C2-E656-468A-A48E-5E9902D5C476}" type="presParOf" srcId="{4A2A6419-03AC-4968-B59A-08B18E356B14}" destId="{57EBC74C-0734-454B-B801-8F194CB07569}" srcOrd="1" destOrd="0" presId="urn:microsoft.com/office/officeart/2005/8/layout/list1"/>
    <dgm:cxn modelId="{90198614-60AC-4550-B1A5-60735B77C997}" type="presParOf" srcId="{0FFED02C-F9B6-4D69-A77B-FF0011ABE04C}" destId="{B7602454-A933-4956-A678-A101E6E7D10C}" srcOrd="9" destOrd="0" presId="urn:microsoft.com/office/officeart/2005/8/layout/list1"/>
    <dgm:cxn modelId="{E26935B9-F8D8-4AAC-9A8D-8111BBAB598C}" type="presParOf" srcId="{0FFED02C-F9B6-4D69-A77B-FF0011ABE04C}" destId="{427D733F-891F-474D-AF12-F30F88FF73A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DEE257E-CC0B-44DA-BDA7-2EDB32AC7C00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5AD53CF-43BA-409A-A94D-AAC6EE7537C5}">
      <dgm:prSet/>
      <dgm:spPr/>
      <dgm:t>
        <a:bodyPr/>
        <a:lstStyle/>
        <a:p>
          <a:r>
            <a:rPr lang="en-US"/>
            <a:t>Double négation : P ⇔ ¬¬P</a:t>
          </a:r>
        </a:p>
      </dgm:t>
    </dgm:pt>
    <dgm:pt modelId="{6C7BD751-1223-43C9-A2B8-A69B75D3B0F2}" type="parTrans" cxnId="{666E2E71-1753-4E31-AD2F-D4998211C090}">
      <dgm:prSet/>
      <dgm:spPr/>
      <dgm:t>
        <a:bodyPr/>
        <a:lstStyle/>
        <a:p>
          <a:endParaRPr lang="en-US"/>
        </a:p>
      </dgm:t>
    </dgm:pt>
    <dgm:pt modelId="{EC7C765C-071B-43BB-8F3C-AB77DCFC4B43}" type="sibTrans" cxnId="{666E2E71-1753-4E31-AD2F-D4998211C090}">
      <dgm:prSet/>
      <dgm:spPr/>
      <dgm:t>
        <a:bodyPr/>
        <a:lstStyle/>
        <a:p>
          <a:endParaRPr lang="en-US"/>
        </a:p>
      </dgm:t>
    </dgm:pt>
    <dgm:pt modelId="{43665262-3CB7-4E1E-9C45-18652288D4DA}">
      <dgm:prSet/>
      <dgm:spPr/>
      <dgm:t>
        <a:bodyPr/>
        <a:lstStyle/>
        <a:p>
          <a:r>
            <a:rPr lang="en-US"/>
            <a:t>De Morgan : ¬(P∧Q) ⇔ (¬P)∨(¬Q) ; ¬(P∨Q) ⇔ (¬P)∧(¬Q)</a:t>
          </a:r>
        </a:p>
      </dgm:t>
    </dgm:pt>
    <dgm:pt modelId="{9973791B-E059-4640-96C6-64A45B52FE62}" type="parTrans" cxnId="{1814CE36-508E-44B4-92B5-35958B3527E5}">
      <dgm:prSet/>
      <dgm:spPr/>
      <dgm:t>
        <a:bodyPr/>
        <a:lstStyle/>
        <a:p>
          <a:endParaRPr lang="en-US"/>
        </a:p>
      </dgm:t>
    </dgm:pt>
    <dgm:pt modelId="{53C673A9-8523-410B-82A9-DCF406F92197}" type="sibTrans" cxnId="{1814CE36-508E-44B4-92B5-35958B3527E5}">
      <dgm:prSet/>
      <dgm:spPr/>
      <dgm:t>
        <a:bodyPr/>
        <a:lstStyle/>
        <a:p>
          <a:endParaRPr lang="en-US"/>
        </a:p>
      </dgm:t>
    </dgm:pt>
    <dgm:pt modelId="{B5BBCA7C-EAE3-4B00-8C1E-782C531BC4E9}">
      <dgm:prSet/>
      <dgm:spPr/>
      <dgm:t>
        <a:bodyPr/>
        <a:lstStyle/>
        <a:p>
          <a:r>
            <a:rPr lang="en-US"/>
            <a:t>Distributivité : P∧(Q∨R) ⇔ (P∧Q)∨(P∧R) ; P∨(Q∧R) ⇔ (P∨Q)∧(P∨R)</a:t>
          </a:r>
        </a:p>
      </dgm:t>
    </dgm:pt>
    <dgm:pt modelId="{5171EC69-0C03-4D05-BEEF-941629688CD7}" type="parTrans" cxnId="{6195E5F5-E7D1-48AE-B06C-D3798E37563E}">
      <dgm:prSet/>
      <dgm:spPr/>
      <dgm:t>
        <a:bodyPr/>
        <a:lstStyle/>
        <a:p>
          <a:endParaRPr lang="en-US"/>
        </a:p>
      </dgm:t>
    </dgm:pt>
    <dgm:pt modelId="{7E12FE41-79F0-4CA5-9584-1F00DC9F5C14}" type="sibTrans" cxnId="{6195E5F5-E7D1-48AE-B06C-D3798E37563E}">
      <dgm:prSet/>
      <dgm:spPr/>
      <dgm:t>
        <a:bodyPr/>
        <a:lstStyle/>
        <a:p>
          <a:endParaRPr lang="en-US"/>
        </a:p>
      </dgm:t>
    </dgm:pt>
    <dgm:pt modelId="{65F3D635-75E0-4442-8AC4-2907891A496D}">
      <dgm:prSet/>
      <dgm:spPr/>
      <dgm:t>
        <a:bodyPr/>
        <a:lstStyle/>
        <a:p>
          <a:r>
            <a:rPr lang="en-US"/>
            <a:t>Contraposée : (P ⇒ Q) ⇔ (¬Q ⇒ ¬P)</a:t>
          </a:r>
        </a:p>
      </dgm:t>
    </dgm:pt>
    <dgm:pt modelId="{1459C201-E69D-4746-A474-E6660B2D2EAF}" type="parTrans" cxnId="{B22E9462-03E3-4954-ACC8-EC46003D1AC9}">
      <dgm:prSet/>
      <dgm:spPr/>
      <dgm:t>
        <a:bodyPr/>
        <a:lstStyle/>
        <a:p>
          <a:endParaRPr lang="en-US"/>
        </a:p>
      </dgm:t>
    </dgm:pt>
    <dgm:pt modelId="{6B6770D4-9384-49EA-AD79-B6F2AFD6A979}" type="sibTrans" cxnId="{B22E9462-03E3-4954-ACC8-EC46003D1AC9}">
      <dgm:prSet/>
      <dgm:spPr/>
      <dgm:t>
        <a:bodyPr/>
        <a:lstStyle/>
        <a:p>
          <a:endParaRPr lang="en-US"/>
        </a:p>
      </dgm:t>
    </dgm:pt>
    <dgm:pt modelId="{9A6F4C9C-2F92-419D-A2E1-0746F18756C4}" type="pres">
      <dgm:prSet presAssocID="{6DEE257E-CC0B-44DA-BDA7-2EDB32AC7C00}" presName="linear" presStyleCnt="0">
        <dgm:presLayoutVars>
          <dgm:animLvl val="lvl"/>
          <dgm:resizeHandles val="exact"/>
        </dgm:presLayoutVars>
      </dgm:prSet>
      <dgm:spPr/>
    </dgm:pt>
    <dgm:pt modelId="{614E0F4D-B9F5-4AB2-AE04-37C8F651210B}" type="pres">
      <dgm:prSet presAssocID="{75AD53CF-43BA-409A-A94D-AAC6EE7537C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C7CE61E-D531-41AB-AFF8-62246DD1E8D6}" type="pres">
      <dgm:prSet presAssocID="{EC7C765C-071B-43BB-8F3C-AB77DCFC4B43}" presName="spacer" presStyleCnt="0"/>
      <dgm:spPr/>
    </dgm:pt>
    <dgm:pt modelId="{EC8E7009-6B2C-46F4-9CF7-A228DD82163A}" type="pres">
      <dgm:prSet presAssocID="{43665262-3CB7-4E1E-9C45-18652288D4D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0DE79A4-B700-41BB-8BD5-D57F1D64224D}" type="pres">
      <dgm:prSet presAssocID="{53C673A9-8523-410B-82A9-DCF406F92197}" presName="spacer" presStyleCnt="0"/>
      <dgm:spPr/>
    </dgm:pt>
    <dgm:pt modelId="{2A0478BB-3D80-494A-83D8-ED3078DAA920}" type="pres">
      <dgm:prSet presAssocID="{B5BBCA7C-EAE3-4B00-8C1E-782C531BC4E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8471B59-FE3E-4D66-B81E-EB8DFEBA2ED9}" type="pres">
      <dgm:prSet presAssocID="{7E12FE41-79F0-4CA5-9584-1F00DC9F5C14}" presName="spacer" presStyleCnt="0"/>
      <dgm:spPr/>
    </dgm:pt>
    <dgm:pt modelId="{AEA563F1-CFF1-4D02-BE96-3B7C33C1E7F5}" type="pres">
      <dgm:prSet presAssocID="{65F3D635-75E0-4442-8AC4-2907891A496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9F70D20-FBC9-4E29-870B-7EB925943D8F}" type="presOf" srcId="{65F3D635-75E0-4442-8AC4-2907891A496D}" destId="{AEA563F1-CFF1-4D02-BE96-3B7C33C1E7F5}" srcOrd="0" destOrd="0" presId="urn:microsoft.com/office/officeart/2005/8/layout/vList2"/>
    <dgm:cxn modelId="{5B6BFE34-C414-41C6-8C31-0B3AFC0E5CFB}" type="presOf" srcId="{43665262-3CB7-4E1E-9C45-18652288D4DA}" destId="{EC8E7009-6B2C-46F4-9CF7-A228DD82163A}" srcOrd="0" destOrd="0" presId="urn:microsoft.com/office/officeart/2005/8/layout/vList2"/>
    <dgm:cxn modelId="{1814CE36-508E-44B4-92B5-35958B3527E5}" srcId="{6DEE257E-CC0B-44DA-BDA7-2EDB32AC7C00}" destId="{43665262-3CB7-4E1E-9C45-18652288D4DA}" srcOrd="1" destOrd="0" parTransId="{9973791B-E059-4640-96C6-64A45B52FE62}" sibTransId="{53C673A9-8523-410B-82A9-DCF406F92197}"/>
    <dgm:cxn modelId="{B22E9462-03E3-4954-ACC8-EC46003D1AC9}" srcId="{6DEE257E-CC0B-44DA-BDA7-2EDB32AC7C00}" destId="{65F3D635-75E0-4442-8AC4-2907891A496D}" srcOrd="3" destOrd="0" parTransId="{1459C201-E69D-4746-A474-E6660B2D2EAF}" sibTransId="{6B6770D4-9384-49EA-AD79-B6F2AFD6A979}"/>
    <dgm:cxn modelId="{666E2E71-1753-4E31-AD2F-D4998211C090}" srcId="{6DEE257E-CC0B-44DA-BDA7-2EDB32AC7C00}" destId="{75AD53CF-43BA-409A-A94D-AAC6EE7537C5}" srcOrd="0" destOrd="0" parTransId="{6C7BD751-1223-43C9-A2B8-A69B75D3B0F2}" sibTransId="{EC7C765C-071B-43BB-8F3C-AB77DCFC4B43}"/>
    <dgm:cxn modelId="{D12F3071-F73B-4822-B000-559BD34141EB}" type="presOf" srcId="{B5BBCA7C-EAE3-4B00-8C1E-782C531BC4E9}" destId="{2A0478BB-3D80-494A-83D8-ED3078DAA920}" srcOrd="0" destOrd="0" presId="urn:microsoft.com/office/officeart/2005/8/layout/vList2"/>
    <dgm:cxn modelId="{3FA5427C-093D-4F24-B27E-C85FEB44FC21}" type="presOf" srcId="{6DEE257E-CC0B-44DA-BDA7-2EDB32AC7C00}" destId="{9A6F4C9C-2F92-419D-A2E1-0746F18756C4}" srcOrd="0" destOrd="0" presId="urn:microsoft.com/office/officeart/2005/8/layout/vList2"/>
    <dgm:cxn modelId="{A4968ADE-A6F9-4728-B9EC-E9767C52E253}" type="presOf" srcId="{75AD53CF-43BA-409A-A94D-AAC6EE7537C5}" destId="{614E0F4D-B9F5-4AB2-AE04-37C8F651210B}" srcOrd="0" destOrd="0" presId="urn:microsoft.com/office/officeart/2005/8/layout/vList2"/>
    <dgm:cxn modelId="{6195E5F5-E7D1-48AE-B06C-D3798E37563E}" srcId="{6DEE257E-CC0B-44DA-BDA7-2EDB32AC7C00}" destId="{B5BBCA7C-EAE3-4B00-8C1E-782C531BC4E9}" srcOrd="2" destOrd="0" parTransId="{5171EC69-0C03-4D05-BEEF-941629688CD7}" sibTransId="{7E12FE41-79F0-4CA5-9584-1F00DC9F5C14}"/>
    <dgm:cxn modelId="{9282BBD4-CE6F-4F89-A04C-EE6822142883}" type="presParOf" srcId="{9A6F4C9C-2F92-419D-A2E1-0746F18756C4}" destId="{614E0F4D-B9F5-4AB2-AE04-37C8F651210B}" srcOrd="0" destOrd="0" presId="urn:microsoft.com/office/officeart/2005/8/layout/vList2"/>
    <dgm:cxn modelId="{3D8624B9-C810-45F8-B342-129592B71EEE}" type="presParOf" srcId="{9A6F4C9C-2F92-419D-A2E1-0746F18756C4}" destId="{9C7CE61E-D531-41AB-AFF8-62246DD1E8D6}" srcOrd="1" destOrd="0" presId="urn:microsoft.com/office/officeart/2005/8/layout/vList2"/>
    <dgm:cxn modelId="{E4E44094-74E7-4D6D-B5CA-4F2BE0500C99}" type="presParOf" srcId="{9A6F4C9C-2F92-419D-A2E1-0746F18756C4}" destId="{EC8E7009-6B2C-46F4-9CF7-A228DD82163A}" srcOrd="2" destOrd="0" presId="urn:microsoft.com/office/officeart/2005/8/layout/vList2"/>
    <dgm:cxn modelId="{36E896C6-A427-467C-AB64-1AB40C09BEEC}" type="presParOf" srcId="{9A6F4C9C-2F92-419D-A2E1-0746F18756C4}" destId="{00DE79A4-B700-41BB-8BD5-D57F1D64224D}" srcOrd="3" destOrd="0" presId="urn:microsoft.com/office/officeart/2005/8/layout/vList2"/>
    <dgm:cxn modelId="{5D35FC9A-88AF-4733-8DD9-C6AC5A3260E5}" type="presParOf" srcId="{9A6F4C9C-2F92-419D-A2E1-0746F18756C4}" destId="{2A0478BB-3D80-494A-83D8-ED3078DAA920}" srcOrd="4" destOrd="0" presId="urn:microsoft.com/office/officeart/2005/8/layout/vList2"/>
    <dgm:cxn modelId="{B4879AEB-6E47-4479-83C4-2847AE3836E2}" type="presParOf" srcId="{9A6F4C9C-2F92-419D-A2E1-0746F18756C4}" destId="{58471B59-FE3E-4D66-B81E-EB8DFEBA2ED9}" srcOrd="5" destOrd="0" presId="urn:microsoft.com/office/officeart/2005/8/layout/vList2"/>
    <dgm:cxn modelId="{484DB94E-45F3-4702-9CD3-D4E14103FE8B}" type="presParOf" srcId="{9A6F4C9C-2F92-419D-A2E1-0746F18756C4}" destId="{AEA563F1-CFF1-4D02-BE96-3B7C33C1E7F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918BB3F-D677-4E50-BF70-0A899C67F435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162312A-D81D-47F1-A722-A95ECE022702}">
      <dgm:prSet/>
      <dgm:spPr/>
      <dgm:t>
        <a:bodyPr/>
        <a:lstStyle/>
        <a:p>
          <a:r>
            <a:rPr lang="en-US"/>
            <a:t>Montrer (P ⇒ Q) ⇔ (¬P ∨ Q) par table</a:t>
          </a:r>
        </a:p>
      </dgm:t>
    </dgm:pt>
    <dgm:pt modelId="{0D508411-6927-4B96-B9EA-60CBD06D8D39}" type="parTrans" cxnId="{A389F3C9-7440-4B6F-B412-2E0E3C551258}">
      <dgm:prSet/>
      <dgm:spPr/>
      <dgm:t>
        <a:bodyPr/>
        <a:lstStyle/>
        <a:p>
          <a:endParaRPr lang="en-US"/>
        </a:p>
      </dgm:t>
    </dgm:pt>
    <dgm:pt modelId="{6A8064F8-EC57-4849-BEDA-048C4237C7B9}" type="sibTrans" cxnId="{A389F3C9-7440-4B6F-B412-2E0E3C551258}">
      <dgm:prSet/>
      <dgm:spPr/>
      <dgm:t>
        <a:bodyPr/>
        <a:lstStyle/>
        <a:p>
          <a:endParaRPr lang="en-US"/>
        </a:p>
      </dgm:t>
    </dgm:pt>
    <dgm:pt modelId="{517E3866-EF1F-4E50-8CC7-AD0A14D1BC02}">
      <dgm:prSet/>
      <dgm:spPr/>
      <dgm:t>
        <a:bodyPr/>
        <a:lstStyle/>
        <a:p>
          <a:r>
            <a:rPr lang="en-US"/>
            <a:t>Tester les deux lois de De Morgan</a:t>
          </a:r>
        </a:p>
      </dgm:t>
    </dgm:pt>
    <dgm:pt modelId="{C358C3EE-4954-49F4-8D61-292E39B71C54}" type="parTrans" cxnId="{9A9E0C3A-60BE-49B9-9D1C-1EF4D7DEFDCE}">
      <dgm:prSet/>
      <dgm:spPr/>
      <dgm:t>
        <a:bodyPr/>
        <a:lstStyle/>
        <a:p>
          <a:endParaRPr lang="en-US"/>
        </a:p>
      </dgm:t>
    </dgm:pt>
    <dgm:pt modelId="{78B79483-5CCC-477D-9333-0A8F9CCE6E5B}" type="sibTrans" cxnId="{9A9E0C3A-60BE-49B9-9D1C-1EF4D7DEFDCE}">
      <dgm:prSet/>
      <dgm:spPr/>
      <dgm:t>
        <a:bodyPr/>
        <a:lstStyle/>
        <a:p>
          <a:endParaRPr lang="en-US"/>
        </a:p>
      </dgm:t>
    </dgm:pt>
    <dgm:pt modelId="{0688C9CC-A042-4EE7-8539-972A3FBEA02E}">
      <dgm:prSet/>
      <dgm:spPr/>
      <dgm:t>
        <a:bodyPr/>
        <a:lstStyle/>
        <a:p>
          <a:r>
            <a:rPr lang="en-US"/>
            <a:t>Écrire deux variantes d’une même condition (plus lisible)</a:t>
          </a:r>
        </a:p>
      </dgm:t>
    </dgm:pt>
    <dgm:pt modelId="{D3527DFD-75A1-435E-8ADD-33923FB56CE1}" type="parTrans" cxnId="{752E0A90-F82C-4CAE-96E8-C1489B8B7836}">
      <dgm:prSet/>
      <dgm:spPr/>
      <dgm:t>
        <a:bodyPr/>
        <a:lstStyle/>
        <a:p>
          <a:endParaRPr lang="en-US"/>
        </a:p>
      </dgm:t>
    </dgm:pt>
    <dgm:pt modelId="{48D5D8EA-5E49-482C-BE29-3F5A2E3704C1}" type="sibTrans" cxnId="{752E0A90-F82C-4CAE-96E8-C1489B8B7836}">
      <dgm:prSet/>
      <dgm:spPr/>
      <dgm:t>
        <a:bodyPr/>
        <a:lstStyle/>
        <a:p>
          <a:endParaRPr lang="en-US"/>
        </a:p>
      </dgm:t>
    </dgm:pt>
    <dgm:pt modelId="{B9984851-C125-4A03-97D0-2D6AB178982C}" type="pres">
      <dgm:prSet presAssocID="{F918BB3F-D677-4E50-BF70-0A899C67F435}" presName="linear" presStyleCnt="0">
        <dgm:presLayoutVars>
          <dgm:animLvl val="lvl"/>
          <dgm:resizeHandles val="exact"/>
        </dgm:presLayoutVars>
      </dgm:prSet>
      <dgm:spPr/>
    </dgm:pt>
    <dgm:pt modelId="{030E39C9-A69E-40A1-83A2-24A6B35FB827}" type="pres">
      <dgm:prSet presAssocID="{E162312A-D81D-47F1-A722-A95ECE02270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25E70E4-7BE6-4333-8AD4-ED384887E79B}" type="pres">
      <dgm:prSet presAssocID="{6A8064F8-EC57-4849-BEDA-048C4237C7B9}" presName="spacer" presStyleCnt="0"/>
      <dgm:spPr/>
    </dgm:pt>
    <dgm:pt modelId="{BAB5C466-0DFD-402E-BF0E-46511ED84582}" type="pres">
      <dgm:prSet presAssocID="{517E3866-EF1F-4E50-8CC7-AD0A14D1BC0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F36F9EE-0038-4042-8FD5-C17850247735}" type="pres">
      <dgm:prSet presAssocID="{78B79483-5CCC-477D-9333-0A8F9CCE6E5B}" presName="spacer" presStyleCnt="0"/>
      <dgm:spPr/>
    </dgm:pt>
    <dgm:pt modelId="{30F14176-1D67-49AA-A58F-F57A24C65D7F}" type="pres">
      <dgm:prSet presAssocID="{0688C9CC-A042-4EE7-8539-972A3FBEA02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A9E0C3A-60BE-49B9-9D1C-1EF4D7DEFDCE}" srcId="{F918BB3F-D677-4E50-BF70-0A899C67F435}" destId="{517E3866-EF1F-4E50-8CC7-AD0A14D1BC02}" srcOrd="1" destOrd="0" parTransId="{C358C3EE-4954-49F4-8D61-292E39B71C54}" sibTransId="{78B79483-5CCC-477D-9333-0A8F9CCE6E5B}"/>
    <dgm:cxn modelId="{BDBA8846-AE3E-4E74-99BA-67E37F7A33F0}" type="presOf" srcId="{517E3866-EF1F-4E50-8CC7-AD0A14D1BC02}" destId="{BAB5C466-0DFD-402E-BF0E-46511ED84582}" srcOrd="0" destOrd="0" presId="urn:microsoft.com/office/officeart/2005/8/layout/vList2"/>
    <dgm:cxn modelId="{752E0A90-F82C-4CAE-96E8-C1489B8B7836}" srcId="{F918BB3F-D677-4E50-BF70-0A899C67F435}" destId="{0688C9CC-A042-4EE7-8539-972A3FBEA02E}" srcOrd="2" destOrd="0" parTransId="{D3527DFD-75A1-435E-8ADD-33923FB56CE1}" sibTransId="{48D5D8EA-5E49-482C-BE29-3F5A2E3704C1}"/>
    <dgm:cxn modelId="{604DA7B7-13D1-40D3-8479-8B854DA2B8E6}" type="presOf" srcId="{F918BB3F-D677-4E50-BF70-0A899C67F435}" destId="{B9984851-C125-4A03-97D0-2D6AB178982C}" srcOrd="0" destOrd="0" presId="urn:microsoft.com/office/officeart/2005/8/layout/vList2"/>
    <dgm:cxn modelId="{F9A5E0C5-60AD-4169-ABDE-F71D751C5F3C}" type="presOf" srcId="{E162312A-D81D-47F1-A722-A95ECE022702}" destId="{030E39C9-A69E-40A1-83A2-24A6B35FB827}" srcOrd="0" destOrd="0" presId="urn:microsoft.com/office/officeart/2005/8/layout/vList2"/>
    <dgm:cxn modelId="{632D7FC6-A592-455D-8742-401F7CC9E5C8}" type="presOf" srcId="{0688C9CC-A042-4EE7-8539-972A3FBEA02E}" destId="{30F14176-1D67-49AA-A58F-F57A24C65D7F}" srcOrd="0" destOrd="0" presId="urn:microsoft.com/office/officeart/2005/8/layout/vList2"/>
    <dgm:cxn modelId="{A389F3C9-7440-4B6F-B412-2E0E3C551258}" srcId="{F918BB3F-D677-4E50-BF70-0A899C67F435}" destId="{E162312A-D81D-47F1-A722-A95ECE022702}" srcOrd="0" destOrd="0" parTransId="{0D508411-6927-4B96-B9EA-60CBD06D8D39}" sibTransId="{6A8064F8-EC57-4849-BEDA-048C4237C7B9}"/>
    <dgm:cxn modelId="{68CFCCF4-9FBA-4827-858B-C9B1792667B4}" type="presParOf" srcId="{B9984851-C125-4A03-97D0-2D6AB178982C}" destId="{030E39C9-A69E-40A1-83A2-24A6B35FB827}" srcOrd="0" destOrd="0" presId="urn:microsoft.com/office/officeart/2005/8/layout/vList2"/>
    <dgm:cxn modelId="{44BF8B45-01D0-4DC8-9E70-FD8F17C151C9}" type="presParOf" srcId="{B9984851-C125-4A03-97D0-2D6AB178982C}" destId="{125E70E4-7BE6-4333-8AD4-ED384887E79B}" srcOrd="1" destOrd="0" presId="urn:microsoft.com/office/officeart/2005/8/layout/vList2"/>
    <dgm:cxn modelId="{461249AD-D624-4321-8B71-D32BE95A5B9F}" type="presParOf" srcId="{B9984851-C125-4A03-97D0-2D6AB178982C}" destId="{BAB5C466-0DFD-402E-BF0E-46511ED84582}" srcOrd="2" destOrd="0" presId="urn:microsoft.com/office/officeart/2005/8/layout/vList2"/>
    <dgm:cxn modelId="{701995C5-C898-4CF6-9463-368278C3986C}" type="presParOf" srcId="{B9984851-C125-4A03-97D0-2D6AB178982C}" destId="{BF36F9EE-0038-4042-8FD5-C17850247735}" srcOrd="3" destOrd="0" presId="urn:microsoft.com/office/officeart/2005/8/layout/vList2"/>
    <dgm:cxn modelId="{9B5D8AFC-EC56-4C20-A29A-4B8258AD741E}" type="presParOf" srcId="{B9984851-C125-4A03-97D0-2D6AB178982C}" destId="{30F14176-1D67-49AA-A58F-F57A24C65D7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A2C928B-C147-43CB-AB4F-C55B1B444968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C030E03-087C-416A-8F3C-756DAD57C16A}">
      <dgm:prSet/>
      <dgm:spPr/>
      <dgm:t>
        <a:bodyPr/>
        <a:lstStyle/>
        <a:p>
          <a:r>
            <a:rPr lang="en-US"/>
            <a:t>∀x∈E P(x)</a:t>
          </a:r>
        </a:p>
      </dgm:t>
    </dgm:pt>
    <dgm:pt modelId="{403C7FE2-2781-4F2C-8A32-ABA0A4BBB51B}" type="parTrans" cxnId="{F64CE1F6-BD5F-4E9D-89F2-32E585921380}">
      <dgm:prSet/>
      <dgm:spPr/>
      <dgm:t>
        <a:bodyPr/>
        <a:lstStyle/>
        <a:p>
          <a:endParaRPr lang="en-US"/>
        </a:p>
      </dgm:t>
    </dgm:pt>
    <dgm:pt modelId="{CA30101E-3B6D-44EB-A224-BA8894D4437B}" type="sibTrans" cxnId="{F64CE1F6-BD5F-4E9D-89F2-32E585921380}">
      <dgm:prSet/>
      <dgm:spPr/>
      <dgm:t>
        <a:bodyPr/>
        <a:lstStyle/>
        <a:p>
          <a:endParaRPr lang="en-US"/>
        </a:p>
      </dgm:t>
    </dgm:pt>
    <dgm:pt modelId="{2E97DF5A-B707-41CD-938E-634AB63DE08A}">
      <dgm:prSet/>
      <dgm:spPr/>
      <dgm:t>
        <a:bodyPr/>
        <a:lstStyle/>
        <a:p>
          <a:r>
            <a:rPr lang="en-US"/>
            <a:t>vrai si P(x) est vrai pour tous les x de E</a:t>
          </a:r>
        </a:p>
      </dgm:t>
    </dgm:pt>
    <dgm:pt modelId="{AB4CAF03-71E3-4B60-960A-CE9C1683B9F1}" type="parTrans" cxnId="{91062D27-8968-4058-92AE-0BD0B18AAE1E}">
      <dgm:prSet/>
      <dgm:spPr/>
      <dgm:t>
        <a:bodyPr/>
        <a:lstStyle/>
        <a:p>
          <a:endParaRPr lang="en-US"/>
        </a:p>
      </dgm:t>
    </dgm:pt>
    <dgm:pt modelId="{5F282EEB-D83D-49E1-9030-2B090743EF27}" type="sibTrans" cxnId="{91062D27-8968-4058-92AE-0BD0B18AAE1E}">
      <dgm:prSet/>
      <dgm:spPr/>
      <dgm:t>
        <a:bodyPr/>
        <a:lstStyle/>
        <a:p>
          <a:endParaRPr lang="en-US"/>
        </a:p>
      </dgm:t>
    </dgm:pt>
    <dgm:pt modelId="{2AAAFEBC-6531-461F-97B5-588701E30C5C}">
      <dgm:prSet/>
      <dgm:spPr/>
      <dgm:t>
        <a:bodyPr/>
        <a:lstStyle/>
        <a:p>
          <a:r>
            <a:rPr lang="en-US"/>
            <a:t>∃x∈E P(x)</a:t>
          </a:r>
        </a:p>
      </dgm:t>
    </dgm:pt>
    <dgm:pt modelId="{6FB2EF94-E6BD-4D0D-BA99-623CA4FA6B53}" type="parTrans" cxnId="{2512CADD-A5D3-4765-9C15-128CDE7B772A}">
      <dgm:prSet/>
      <dgm:spPr/>
      <dgm:t>
        <a:bodyPr/>
        <a:lstStyle/>
        <a:p>
          <a:endParaRPr lang="en-US"/>
        </a:p>
      </dgm:t>
    </dgm:pt>
    <dgm:pt modelId="{32AC751B-D33E-4370-BBA7-093F983529DA}" type="sibTrans" cxnId="{2512CADD-A5D3-4765-9C15-128CDE7B772A}">
      <dgm:prSet/>
      <dgm:spPr/>
      <dgm:t>
        <a:bodyPr/>
        <a:lstStyle/>
        <a:p>
          <a:endParaRPr lang="en-US"/>
        </a:p>
      </dgm:t>
    </dgm:pt>
    <dgm:pt modelId="{7B651055-2C0C-44B2-BD24-32F02DAE3700}">
      <dgm:prSet/>
      <dgm:spPr/>
      <dgm:t>
        <a:bodyPr/>
        <a:lstStyle/>
        <a:p>
          <a:r>
            <a:rPr lang="en-US"/>
            <a:t>vrai s’il existe au moins un x de E tel que P(x) est vrai</a:t>
          </a:r>
        </a:p>
      </dgm:t>
    </dgm:pt>
    <dgm:pt modelId="{DCA98B2E-3191-4FDA-AD8D-418FAADC5422}" type="parTrans" cxnId="{7D13B3B4-B3CA-4515-ABAC-A8EDB6236B08}">
      <dgm:prSet/>
      <dgm:spPr/>
      <dgm:t>
        <a:bodyPr/>
        <a:lstStyle/>
        <a:p>
          <a:endParaRPr lang="en-US"/>
        </a:p>
      </dgm:t>
    </dgm:pt>
    <dgm:pt modelId="{F4B65377-7B1B-40F2-951D-1B7F7C8B23A9}" type="sibTrans" cxnId="{7D13B3B4-B3CA-4515-ABAC-A8EDB6236B08}">
      <dgm:prSet/>
      <dgm:spPr/>
      <dgm:t>
        <a:bodyPr/>
        <a:lstStyle/>
        <a:p>
          <a:endParaRPr lang="en-US"/>
        </a:p>
      </dgm:t>
    </dgm:pt>
    <dgm:pt modelId="{01785EBB-7967-485D-88EE-9B2381562319}">
      <dgm:prSet/>
      <dgm:spPr/>
      <dgm:t>
        <a:bodyPr/>
        <a:lstStyle/>
        <a:p>
          <a:r>
            <a:rPr lang="en-US"/>
            <a:t>Négation</a:t>
          </a:r>
        </a:p>
      </dgm:t>
    </dgm:pt>
    <dgm:pt modelId="{99B409B8-6435-45B3-9969-6503490C2238}" type="parTrans" cxnId="{AC07653F-3EED-4151-A473-3258064EBCFB}">
      <dgm:prSet/>
      <dgm:spPr/>
      <dgm:t>
        <a:bodyPr/>
        <a:lstStyle/>
        <a:p>
          <a:endParaRPr lang="en-US"/>
        </a:p>
      </dgm:t>
    </dgm:pt>
    <dgm:pt modelId="{F10F8B2E-3A85-498D-AA96-7A51449F0C07}" type="sibTrans" cxnId="{AC07653F-3EED-4151-A473-3258064EBCFB}">
      <dgm:prSet/>
      <dgm:spPr/>
      <dgm:t>
        <a:bodyPr/>
        <a:lstStyle/>
        <a:p>
          <a:endParaRPr lang="en-US"/>
        </a:p>
      </dgm:t>
    </dgm:pt>
    <dgm:pt modelId="{79CA7947-B72B-4913-B0C2-698B8B664908}">
      <dgm:prSet/>
      <dgm:spPr/>
      <dgm:t>
        <a:bodyPr/>
        <a:lstStyle/>
        <a:p>
          <a:r>
            <a:rPr lang="en-US"/>
            <a:t>¬(∀x P) ⇔ ∃x ¬P ; ¬(∃x P) ⇔ ∀x ¬P</a:t>
          </a:r>
        </a:p>
      </dgm:t>
    </dgm:pt>
    <dgm:pt modelId="{F1B20D14-F0B9-48F7-A3EB-504B4F7A907F}" type="parTrans" cxnId="{E1ADCED0-92AB-4A8E-BCFF-5F1A80F3A06F}">
      <dgm:prSet/>
      <dgm:spPr/>
      <dgm:t>
        <a:bodyPr/>
        <a:lstStyle/>
        <a:p>
          <a:endParaRPr lang="en-US"/>
        </a:p>
      </dgm:t>
    </dgm:pt>
    <dgm:pt modelId="{5D804028-46BA-427E-A6DE-D15BDA7216DB}" type="sibTrans" cxnId="{E1ADCED0-92AB-4A8E-BCFF-5F1A80F3A06F}">
      <dgm:prSet/>
      <dgm:spPr/>
      <dgm:t>
        <a:bodyPr/>
        <a:lstStyle/>
        <a:p>
          <a:endParaRPr lang="en-US"/>
        </a:p>
      </dgm:t>
    </dgm:pt>
    <dgm:pt modelId="{9CF54705-EBE0-4085-92E4-001505FB7E8F}">
      <dgm:prSet/>
      <dgm:spPr/>
      <dgm:t>
        <a:bodyPr/>
        <a:lstStyle/>
        <a:p>
          <a:r>
            <a:rPr lang="en-US"/>
            <a:t>Attention à l’ordre</a:t>
          </a:r>
        </a:p>
      </dgm:t>
    </dgm:pt>
    <dgm:pt modelId="{E5736B3A-8EDF-4179-9442-2F8128A2DC6B}" type="parTrans" cxnId="{D271CD8A-81C6-40B3-B939-40C6D553F8BC}">
      <dgm:prSet/>
      <dgm:spPr/>
      <dgm:t>
        <a:bodyPr/>
        <a:lstStyle/>
        <a:p>
          <a:endParaRPr lang="en-US"/>
        </a:p>
      </dgm:t>
    </dgm:pt>
    <dgm:pt modelId="{244E766C-262F-41DB-B042-E1E0C564EE73}" type="sibTrans" cxnId="{D271CD8A-81C6-40B3-B939-40C6D553F8BC}">
      <dgm:prSet/>
      <dgm:spPr/>
      <dgm:t>
        <a:bodyPr/>
        <a:lstStyle/>
        <a:p>
          <a:endParaRPr lang="en-US"/>
        </a:p>
      </dgm:t>
    </dgm:pt>
    <dgm:pt modelId="{789B8305-C230-4FB2-987B-366C3DA178E9}">
      <dgm:prSet/>
      <dgm:spPr/>
      <dgm:t>
        <a:bodyPr/>
        <a:lstStyle/>
        <a:p>
          <a:r>
            <a:rPr lang="en-US"/>
            <a:t>∀x ∃y ... ≠ ∃y ∀x ...</a:t>
          </a:r>
        </a:p>
      </dgm:t>
    </dgm:pt>
    <dgm:pt modelId="{48959948-BBB2-4D73-A5EB-C437641D6E1E}" type="parTrans" cxnId="{695B670F-07D0-4165-8213-4A5FB41009AA}">
      <dgm:prSet/>
      <dgm:spPr/>
      <dgm:t>
        <a:bodyPr/>
        <a:lstStyle/>
        <a:p>
          <a:endParaRPr lang="en-US"/>
        </a:p>
      </dgm:t>
    </dgm:pt>
    <dgm:pt modelId="{F54A88AC-6074-4D68-A9CD-F3AB51382B69}" type="sibTrans" cxnId="{695B670F-07D0-4165-8213-4A5FB41009AA}">
      <dgm:prSet/>
      <dgm:spPr/>
      <dgm:t>
        <a:bodyPr/>
        <a:lstStyle/>
        <a:p>
          <a:endParaRPr lang="en-US"/>
        </a:p>
      </dgm:t>
    </dgm:pt>
    <dgm:pt modelId="{F2A74881-8406-4ED0-8A91-693E8057DD8B}" type="pres">
      <dgm:prSet presAssocID="{4A2C928B-C147-43CB-AB4F-C55B1B444968}" presName="diagram" presStyleCnt="0">
        <dgm:presLayoutVars>
          <dgm:dir/>
          <dgm:resizeHandles val="exact"/>
        </dgm:presLayoutVars>
      </dgm:prSet>
      <dgm:spPr/>
    </dgm:pt>
    <dgm:pt modelId="{B4175AAD-6F48-4C6E-A50B-48AFB4230790}" type="pres">
      <dgm:prSet presAssocID="{3C030E03-087C-416A-8F3C-756DAD57C16A}" presName="node" presStyleLbl="node1" presStyleIdx="0" presStyleCnt="4">
        <dgm:presLayoutVars>
          <dgm:bulletEnabled val="1"/>
        </dgm:presLayoutVars>
      </dgm:prSet>
      <dgm:spPr/>
    </dgm:pt>
    <dgm:pt modelId="{75E5D678-89B0-4B4F-A9EA-79FD1560EB5A}" type="pres">
      <dgm:prSet presAssocID="{CA30101E-3B6D-44EB-A224-BA8894D4437B}" presName="sibTrans" presStyleCnt="0"/>
      <dgm:spPr/>
    </dgm:pt>
    <dgm:pt modelId="{B85A120F-8022-4CF7-891B-54A840C7DC8B}" type="pres">
      <dgm:prSet presAssocID="{2AAAFEBC-6531-461F-97B5-588701E30C5C}" presName="node" presStyleLbl="node1" presStyleIdx="1" presStyleCnt="4">
        <dgm:presLayoutVars>
          <dgm:bulletEnabled val="1"/>
        </dgm:presLayoutVars>
      </dgm:prSet>
      <dgm:spPr/>
    </dgm:pt>
    <dgm:pt modelId="{EC78B22D-FA49-4ACC-9995-FADF0A183611}" type="pres">
      <dgm:prSet presAssocID="{32AC751B-D33E-4370-BBA7-093F983529DA}" presName="sibTrans" presStyleCnt="0"/>
      <dgm:spPr/>
    </dgm:pt>
    <dgm:pt modelId="{E2BFC427-8506-4F18-9DD9-24537506742C}" type="pres">
      <dgm:prSet presAssocID="{01785EBB-7967-485D-88EE-9B2381562319}" presName="node" presStyleLbl="node1" presStyleIdx="2" presStyleCnt="4">
        <dgm:presLayoutVars>
          <dgm:bulletEnabled val="1"/>
        </dgm:presLayoutVars>
      </dgm:prSet>
      <dgm:spPr/>
    </dgm:pt>
    <dgm:pt modelId="{ED63168E-7E5C-42EA-8485-81F0B21A5258}" type="pres">
      <dgm:prSet presAssocID="{F10F8B2E-3A85-498D-AA96-7A51449F0C07}" presName="sibTrans" presStyleCnt="0"/>
      <dgm:spPr/>
    </dgm:pt>
    <dgm:pt modelId="{8694798E-613E-46F5-835A-CE0D6DF7A3F0}" type="pres">
      <dgm:prSet presAssocID="{9CF54705-EBE0-4085-92E4-001505FB7E8F}" presName="node" presStyleLbl="node1" presStyleIdx="3" presStyleCnt="4">
        <dgm:presLayoutVars>
          <dgm:bulletEnabled val="1"/>
        </dgm:presLayoutVars>
      </dgm:prSet>
      <dgm:spPr/>
    </dgm:pt>
  </dgm:ptLst>
  <dgm:cxnLst>
    <dgm:cxn modelId="{F9261606-024B-4AD1-B2A7-B1D63ACF4862}" type="presOf" srcId="{9CF54705-EBE0-4085-92E4-001505FB7E8F}" destId="{8694798E-613E-46F5-835A-CE0D6DF7A3F0}" srcOrd="0" destOrd="0" presId="urn:microsoft.com/office/officeart/2005/8/layout/default"/>
    <dgm:cxn modelId="{695B670F-07D0-4165-8213-4A5FB41009AA}" srcId="{9CF54705-EBE0-4085-92E4-001505FB7E8F}" destId="{789B8305-C230-4FB2-987B-366C3DA178E9}" srcOrd="0" destOrd="0" parTransId="{48959948-BBB2-4D73-A5EB-C437641D6E1E}" sibTransId="{F54A88AC-6074-4D68-A9CD-F3AB51382B69}"/>
    <dgm:cxn modelId="{DC6E1F24-4051-4DA0-B3DC-18AE7C4B756E}" type="presOf" srcId="{789B8305-C230-4FB2-987B-366C3DA178E9}" destId="{8694798E-613E-46F5-835A-CE0D6DF7A3F0}" srcOrd="0" destOrd="1" presId="urn:microsoft.com/office/officeart/2005/8/layout/default"/>
    <dgm:cxn modelId="{91062D27-8968-4058-92AE-0BD0B18AAE1E}" srcId="{3C030E03-087C-416A-8F3C-756DAD57C16A}" destId="{2E97DF5A-B707-41CD-938E-634AB63DE08A}" srcOrd="0" destOrd="0" parTransId="{AB4CAF03-71E3-4B60-960A-CE9C1683B9F1}" sibTransId="{5F282EEB-D83D-49E1-9030-2B090743EF27}"/>
    <dgm:cxn modelId="{AC07653F-3EED-4151-A473-3258064EBCFB}" srcId="{4A2C928B-C147-43CB-AB4F-C55B1B444968}" destId="{01785EBB-7967-485D-88EE-9B2381562319}" srcOrd="2" destOrd="0" parTransId="{99B409B8-6435-45B3-9969-6503490C2238}" sibTransId="{F10F8B2E-3A85-498D-AA96-7A51449F0C07}"/>
    <dgm:cxn modelId="{F2CFE26E-4BB1-4FC3-A5FF-65336E3CF8D9}" type="presOf" srcId="{7B651055-2C0C-44B2-BD24-32F02DAE3700}" destId="{B85A120F-8022-4CF7-891B-54A840C7DC8B}" srcOrd="0" destOrd="1" presId="urn:microsoft.com/office/officeart/2005/8/layout/default"/>
    <dgm:cxn modelId="{938F9683-3CC2-451E-B715-44CBA8B89F1A}" type="presOf" srcId="{01785EBB-7967-485D-88EE-9B2381562319}" destId="{E2BFC427-8506-4F18-9DD9-24537506742C}" srcOrd="0" destOrd="0" presId="urn:microsoft.com/office/officeart/2005/8/layout/default"/>
    <dgm:cxn modelId="{D271CD8A-81C6-40B3-B939-40C6D553F8BC}" srcId="{4A2C928B-C147-43CB-AB4F-C55B1B444968}" destId="{9CF54705-EBE0-4085-92E4-001505FB7E8F}" srcOrd="3" destOrd="0" parTransId="{E5736B3A-8EDF-4179-9442-2F8128A2DC6B}" sibTransId="{244E766C-262F-41DB-B042-E1E0C564EE73}"/>
    <dgm:cxn modelId="{BC3AC2A6-44D9-457D-B0E1-262C15839338}" type="presOf" srcId="{2AAAFEBC-6531-461F-97B5-588701E30C5C}" destId="{B85A120F-8022-4CF7-891B-54A840C7DC8B}" srcOrd="0" destOrd="0" presId="urn:microsoft.com/office/officeart/2005/8/layout/default"/>
    <dgm:cxn modelId="{7D13B3B4-B3CA-4515-ABAC-A8EDB6236B08}" srcId="{2AAAFEBC-6531-461F-97B5-588701E30C5C}" destId="{7B651055-2C0C-44B2-BD24-32F02DAE3700}" srcOrd="0" destOrd="0" parTransId="{DCA98B2E-3191-4FDA-AD8D-418FAADC5422}" sibTransId="{F4B65377-7B1B-40F2-951D-1B7F7C8B23A9}"/>
    <dgm:cxn modelId="{80EF97BE-3A0D-4D70-825D-83D52C9532A6}" type="presOf" srcId="{4A2C928B-C147-43CB-AB4F-C55B1B444968}" destId="{F2A74881-8406-4ED0-8A91-693E8057DD8B}" srcOrd="0" destOrd="0" presId="urn:microsoft.com/office/officeart/2005/8/layout/default"/>
    <dgm:cxn modelId="{6B6C67BF-9168-43F2-A689-CDE2232BA750}" type="presOf" srcId="{2E97DF5A-B707-41CD-938E-634AB63DE08A}" destId="{B4175AAD-6F48-4C6E-A50B-48AFB4230790}" srcOrd="0" destOrd="1" presId="urn:microsoft.com/office/officeart/2005/8/layout/default"/>
    <dgm:cxn modelId="{E1ADCED0-92AB-4A8E-BCFF-5F1A80F3A06F}" srcId="{01785EBB-7967-485D-88EE-9B2381562319}" destId="{79CA7947-B72B-4913-B0C2-698B8B664908}" srcOrd="0" destOrd="0" parTransId="{F1B20D14-F0B9-48F7-A3EB-504B4F7A907F}" sibTransId="{5D804028-46BA-427E-A6DE-D15BDA7216DB}"/>
    <dgm:cxn modelId="{2512CADD-A5D3-4765-9C15-128CDE7B772A}" srcId="{4A2C928B-C147-43CB-AB4F-C55B1B444968}" destId="{2AAAFEBC-6531-461F-97B5-588701E30C5C}" srcOrd="1" destOrd="0" parTransId="{6FB2EF94-E6BD-4D0D-BA99-623CA4FA6B53}" sibTransId="{32AC751B-D33E-4370-BBA7-093F983529DA}"/>
    <dgm:cxn modelId="{ADB403E5-3804-4117-BD38-3F18907C967A}" type="presOf" srcId="{79CA7947-B72B-4913-B0C2-698B8B664908}" destId="{E2BFC427-8506-4F18-9DD9-24537506742C}" srcOrd="0" destOrd="1" presId="urn:microsoft.com/office/officeart/2005/8/layout/default"/>
    <dgm:cxn modelId="{47A24BEC-5522-478B-A290-85274B59E1EF}" type="presOf" srcId="{3C030E03-087C-416A-8F3C-756DAD57C16A}" destId="{B4175AAD-6F48-4C6E-A50B-48AFB4230790}" srcOrd="0" destOrd="0" presId="urn:microsoft.com/office/officeart/2005/8/layout/default"/>
    <dgm:cxn modelId="{F64CE1F6-BD5F-4E9D-89F2-32E585921380}" srcId="{4A2C928B-C147-43CB-AB4F-C55B1B444968}" destId="{3C030E03-087C-416A-8F3C-756DAD57C16A}" srcOrd="0" destOrd="0" parTransId="{403C7FE2-2781-4F2C-8A32-ABA0A4BBB51B}" sibTransId="{CA30101E-3B6D-44EB-A224-BA8894D4437B}"/>
    <dgm:cxn modelId="{761C05EB-4671-47E8-9153-CE121E66B7C3}" type="presParOf" srcId="{F2A74881-8406-4ED0-8A91-693E8057DD8B}" destId="{B4175AAD-6F48-4C6E-A50B-48AFB4230790}" srcOrd="0" destOrd="0" presId="urn:microsoft.com/office/officeart/2005/8/layout/default"/>
    <dgm:cxn modelId="{6D831E38-814A-44A2-967B-0D54E78D5C74}" type="presParOf" srcId="{F2A74881-8406-4ED0-8A91-693E8057DD8B}" destId="{75E5D678-89B0-4B4F-A9EA-79FD1560EB5A}" srcOrd="1" destOrd="0" presId="urn:microsoft.com/office/officeart/2005/8/layout/default"/>
    <dgm:cxn modelId="{6538CB64-A55E-451C-8460-77599D7482A4}" type="presParOf" srcId="{F2A74881-8406-4ED0-8A91-693E8057DD8B}" destId="{B85A120F-8022-4CF7-891B-54A840C7DC8B}" srcOrd="2" destOrd="0" presId="urn:microsoft.com/office/officeart/2005/8/layout/default"/>
    <dgm:cxn modelId="{667577D2-5E43-4592-9783-E22ABD7F9159}" type="presParOf" srcId="{F2A74881-8406-4ED0-8A91-693E8057DD8B}" destId="{EC78B22D-FA49-4ACC-9995-FADF0A183611}" srcOrd="3" destOrd="0" presId="urn:microsoft.com/office/officeart/2005/8/layout/default"/>
    <dgm:cxn modelId="{D7C620CF-3550-4557-A1E9-0B8CCA2EA89C}" type="presParOf" srcId="{F2A74881-8406-4ED0-8A91-693E8057DD8B}" destId="{E2BFC427-8506-4F18-9DD9-24537506742C}" srcOrd="4" destOrd="0" presId="urn:microsoft.com/office/officeart/2005/8/layout/default"/>
    <dgm:cxn modelId="{DA9DF1F0-ED04-4113-9886-0B01EBA739D6}" type="presParOf" srcId="{F2A74881-8406-4ED0-8A91-693E8057DD8B}" destId="{ED63168E-7E5C-42EA-8485-81F0B21A5258}" srcOrd="5" destOrd="0" presId="urn:microsoft.com/office/officeart/2005/8/layout/default"/>
    <dgm:cxn modelId="{72A1D6CB-451C-495C-A247-E405CA55C083}" type="presParOf" srcId="{F2A74881-8406-4ED0-8A91-693E8057DD8B}" destId="{8694798E-613E-46F5-835A-CE0D6DF7A3F0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882EBC5-FF0E-4509-BF3C-B5FF5AEBBF99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591CC41-485A-4FDE-8C4F-E91E7624C0DC}">
      <dgm:prSet/>
      <dgm:spPr/>
      <dgm:t>
        <a:bodyPr/>
        <a:lstStyle/>
        <a:p>
          <a:r>
            <a:rPr lang="en-US"/>
            <a:t>« Tout réel a un carré ≥ 0 » ; « Il existe un entier pair &gt; 1000 »</a:t>
          </a:r>
        </a:p>
      </dgm:t>
    </dgm:pt>
    <dgm:pt modelId="{DE84F9C9-3346-4FE3-AD6A-C60A839C4D99}" type="parTrans" cxnId="{3A3C0320-7CC6-4DA0-A0CC-3515F818ADA7}">
      <dgm:prSet/>
      <dgm:spPr/>
      <dgm:t>
        <a:bodyPr/>
        <a:lstStyle/>
        <a:p>
          <a:endParaRPr lang="en-US"/>
        </a:p>
      </dgm:t>
    </dgm:pt>
    <dgm:pt modelId="{BF36B1A3-585B-44CF-9157-7765E6CF47D0}" type="sibTrans" cxnId="{3A3C0320-7CC6-4DA0-A0CC-3515F818ADA7}">
      <dgm:prSet/>
      <dgm:spPr/>
      <dgm:t>
        <a:bodyPr/>
        <a:lstStyle/>
        <a:p>
          <a:endParaRPr lang="en-US"/>
        </a:p>
      </dgm:t>
    </dgm:pt>
    <dgm:pt modelId="{7D49AD2C-7343-49C1-8A15-5A871F865821}">
      <dgm:prSet/>
      <dgm:spPr/>
      <dgm:t>
        <a:bodyPr/>
        <a:lstStyle/>
        <a:p>
          <a:r>
            <a:rPr lang="en-US"/>
            <a:t>Négations : « Tous les étudiants sont à l’heure » ; « Il existe un graphe connexe ... »</a:t>
          </a:r>
        </a:p>
      </dgm:t>
    </dgm:pt>
    <dgm:pt modelId="{073547F2-1B21-4EC5-BDF0-A832ECF5B5BE}" type="parTrans" cxnId="{19292280-5A87-4979-8AF0-91E44E0C1390}">
      <dgm:prSet/>
      <dgm:spPr/>
      <dgm:t>
        <a:bodyPr/>
        <a:lstStyle/>
        <a:p>
          <a:endParaRPr lang="en-US"/>
        </a:p>
      </dgm:t>
    </dgm:pt>
    <dgm:pt modelId="{FBE5C229-89CD-4CBB-8F50-961404168DDE}" type="sibTrans" cxnId="{19292280-5A87-4979-8AF0-91E44E0C1390}">
      <dgm:prSet/>
      <dgm:spPr/>
      <dgm:t>
        <a:bodyPr/>
        <a:lstStyle/>
        <a:p>
          <a:endParaRPr lang="en-US"/>
        </a:p>
      </dgm:t>
    </dgm:pt>
    <dgm:pt modelId="{B05F31BA-D44F-4AD7-B839-6FADD6D940EB}">
      <dgm:prSet/>
      <dgm:spPr/>
      <dgm:t>
        <a:bodyPr/>
        <a:lstStyle/>
        <a:p>
          <a:r>
            <a:rPr lang="en-US"/>
            <a:t>Comparer ∀x ∃y P(x,y) et ∃y ∀x P(x,y) par un exemple humain</a:t>
          </a:r>
        </a:p>
      </dgm:t>
    </dgm:pt>
    <dgm:pt modelId="{AE00C1E7-48C6-4FB5-84FF-47710AED5BD6}" type="parTrans" cxnId="{5D733C58-B331-4899-8C8D-476104C1FAAE}">
      <dgm:prSet/>
      <dgm:spPr/>
      <dgm:t>
        <a:bodyPr/>
        <a:lstStyle/>
        <a:p>
          <a:endParaRPr lang="en-US"/>
        </a:p>
      </dgm:t>
    </dgm:pt>
    <dgm:pt modelId="{2D73FBC8-96F4-4A8D-82FB-91A730253041}" type="sibTrans" cxnId="{5D733C58-B331-4899-8C8D-476104C1FAAE}">
      <dgm:prSet/>
      <dgm:spPr/>
      <dgm:t>
        <a:bodyPr/>
        <a:lstStyle/>
        <a:p>
          <a:endParaRPr lang="en-US"/>
        </a:p>
      </dgm:t>
    </dgm:pt>
    <dgm:pt modelId="{A98B9A8D-18A0-4B48-BEC2-8292976B6D1B}" type="pres">
      <dgm:prSet presAssocID="{2882EBC5-FF0E-4509-BF3C-B5FF5AEBBF99}" presName="vert0" presStyleCnt="0">
        <dgm:presLayoutVars>
          <dgm:dir/>
          <dgm:animOne val="branch"/>
          <dgm:animLvl val="lvl"/>
        </dgm:presLayoutVars>
      </dgm:prSet>
      <dgm:spPr/>
    </dgm:pt>
    <dgm:pt modelId="{886D975E-6E8E-48A9-984F-A682D19B8319}" type="pres">
      <dgm:prSet presAssocID="{C591CC41-485A-4FDE-8C4F-E91E7624C0DC}" presName="thickLine" presStyleLbl="alignNode1" presStyleIdx="0" presStyleCnt="3"/>
      <dgm:spPr/>
    </dgm:pt>
    <dgm:pt modelId="{8383F823-CF82-443F-AD91-3D35F59657FF}" type="pres">
      <dgm:prSet presAssocID="{C591CC41-485A-4FDE-8C4F-E91E7624C0DC}" presName="horz1" presStyleCnt="0"/>
      <dgm:spPr/>
    </dgm:pt>
    <dgm:pt modelId="{37AD68A2-4873-4F7D-8E4F-E7BD090BAD4C}" type="pres">
      <dgm:prSet presAssocID="{C591CC41-485A-4FDE-8C4F-E91E7624C0DC}" presName="tx1" presStyleLbl="revTx" presStyleIdx="0" presStyleCnt="3"/>
      <dgm:spPr/>
    </dgm:pt>
    <dgm:pt modelId="{C4A43444-16F7-4D87-8ECE-DAA47680CB87}" type="pres">
      <dgm:prSet presAssocID="{C591CC41-485A-4FDE-8C4F-E91E7624C0DC}" presName="vert1" presStyleCnt="0"/>
      <dgm:spPr/>
    </dgm:pt>
    <dgm:pt modelId="{BFE539C0-3B90-4A89-AB49-216541EE4A05}" type="pres">
      <dgm:prSet presAssocID="{7D49AD2C-7343-49C1-8A15-5A871F865821}" presName="thickLine" presStyleLbl="alignNode1" presStyleIdx="1" presStyleCnt="3"/>
      <dgm:spPr/>
    </dgm:pt>
    <dgm:pt modelId="{6503D5E1-BFB6-4DD9-85D5-72A0DC604745}" type="pres">
      <dgm:prSet presAssocID="{7D49AD2C-7343-49C1-8A15-5A871F865821}" presName="horz1" presStyleCnt="0"/>
      <dgm:spPr/>
    </dgm:pt>
    <dgm:pt modelId="{1F3F9BDC-0222-49E8-BA10-D8E695EDFBF1}" type="pres">
      <dgm:prSet presAssocID="{7D49AD2C-7343-49C1-8A15-5A871F865821}" presName="tx1" presStyleLbl="revTx" presStyleIdx="1" presStyleCnt="3"/>
      <dgm:spPr/>
    </dgm:pt>
    <dgm:pt modelId="{43B03456-1A4B-44BF-AAB6-95493D194FFA}" type="pres">
      <dgm:prSet presAssocID="{7D49AD2C-7343-49C1-8A15-5A871F865821}" presName="vert1" presStyleCnt="0"/>
      <dgm:spPr/>
    </dgm:pt>
    <dgm:pt modelId="{981344D2-DA04-4105-9D0A-25FF6ED7BD71}" type="pres">
      <dgm:prSet presAssocID="{B05F31BA-D44F-4AD7-B839-6FADD6D940EB}" presName="thickLine" presStyleLbl="alignNode1" presStyleIdx="2" presStyleCnt="3"/>
      <dgm:spPr/>
    </dgm:pt>
    <dgm:pt modelId="{4A35C2A0-03C2-4ED7-96C3-4BE85E828A1B}" type="pres">
      <dgm:prSet presAssocID="{B05F31BA-D44F-4AD7-B839-6FADD6D940EB}" presName="horz1" presStyleCnt="0"/>
      <dgm:spPr/>
    </dgm:pt>
    <dgm:pt modelId="{378B586B-556D-4DD3-A5E2-15B31B256DEB}" type="pres">
      <dgm:prSet presAssocID="{B05F31BA-D44F-4AD7-B839-6FADD6D940EB}" presName="tx1" presStyleLbl="revTx" presStyleIdx="2" presStyleCnt="3"/>
      <dgm:spPr/>
    </dgm:pt>
    <dgm:pt modelId="{12E96512-611F-4333-8131-20E32A56DE8A}" type="pres">
      <dgm:prSet presAssocID="{B05F31BA-D44F-4AD7-B839-6FADD6D940EB}" presName="vert1" presStyleCnt="0"/>
      <dgm:spPr/>
    </dgm:pt>
  </dgm:ptLst>
  <dgm:cxnLst>
    <dgm:cxn modelId="{3A3C0320-7CC6-4DA0-A0CC-3515F818ADA7}" srcId="{2882EBC5-FF0E-4509-BF3C-B5FF5AEBBF99}" destId="{C591CC41-485A-4FDE-8C4F-E91E7624C0DC}" srcOrd="0" destOrd="0" parTransId="{DE84F9C9-3346-4FE3-AD6A-C60A839C4D99}" sibTransId="{BF36B1A3-585B-44CF-9157-7765E6CF47D0}"/>
    <dgm:cxn modelId="{994AF822-755C-4C79-B117-F2CD1682CDC4}" type="presOf" srcId="{7D49AD2C-7343-49C1-8A15-5A871F865821}" destId="{1F3F9BDC-0222-49E8-BA10-D8E695EDFBF1}" srcOrd="0" destOrd="0" presId="urn:microsoft.com/office/officeart/2008/layout/LinedList"/>
    <dgm:cxn modelId="{5D733C58-B331-4899-8C8D-476104C1FAAE}" srcId="{2882EBC5-FF0E-4509-BF3C-B5FF5AEBBF99}" destId="{B05F31BA-D44F-4AD7-B839-6FADD6D940EB}" srcOrd="2" destOrd="0" parTransId="{AE00C1E7-48C6-4FB5-84FF-47710AED5BD6}" sibTransId="{2D73FBC8-96F4-4A8D-82FB-91A730253041}"/>
    <dgm:cxn modelId="{19292280-5A87-4979-8AF0-91E44E0C1390}" srcId="{2882EBC5-FF0E-4509-BF3C-B5FF5AEBBF99}" destId="{7D49AD2C-7343-49C1-8A15-5A871F865821}" srcOrd="1" destOrd="0" parTransId="{073547F2-1B21-4EC5-BDF0-A832ECF5B5BE}" sibTransId="{FBE5C229-89CD-4CBB-8F50-961404168DDE}"/>
    <dgm:cxn modelId="{BE935087-0D91-436C-BD63-0443F28307A5}" type="presOf" srcId="{B05F31BA-D44F-4AD7-B839-6FADD6D940EB}" destId="{378B586B-556D-4DD3-A5E2-15B31B256DEB}" srcOrd="0" destOrd="0" presId="urn:microsoft.com/office/officeart/2008/layout/LinedList"/>
    <dgm:cxn modelId="{FEA058A8-5FBD-4788-8FC1-2B2030EF4C7E}" type="presOf" srcId="{C591CC41-485A-4FDE-8C4F-E91E7624C0DC}" destId="{37AD68A2-4873-4F7D-8E4F-E7BD090BAD4C}" srcOrd="0" destOrd="0" presId="urn:microsoft.com/office/officeart/2008/layout/LinedList"/>
    <dgm:cxn modelId="{F16A20BB-1185-4333-96DD-BAEF8E6F15E3}" type="presOf" srcId="{2882EBC5-FF0E-4509-BF3C-B5FF5AEBBF99}" destId="{A98B9A8D-18A0-4B48-BEC2-8292976B6D1B}" srcOrd="0" destOrd="0" presId="urn:microsoft.com/office/officeart/2008/layout/LinedList"/>
    <dgm:cxn modelId="{FFE576A2-6B2A-4D82-84FF-DB318438B27E}" type="presParOf" srcId="{A98B9A8D-18A0-4B48-BEC2-8292976B6D1B}" destId="{886D975E-6E8E-48A9-984F-A682D19B8319}" srcOrd="0" destOrd="0" presId="urn:microsoft.com/office/officeart/2008/layout/LinedList"/>
    <dgm:cxn modelId="{3CB0D2C4-73B4-4FC3-81BB-18F4B5DDC273}" type="presParOf" srcId="{A98B9A8D-18A0-4B48-BEC2-8292976B6D1B}" destId="{8383F823-CF82-443F-AD91-3D35F59657FF}" srcOrd="1" destOrd="0" presId="urn:microsoft.com/office/officeart/2008/layout/LinedList"/>
    <dgm:cxn modelId="{AC6E0113-7FC4-4D9E-9593-56B99B066E81}" type="presParOf" srcId="{8383F823-CF82-443F-AD91-3D35F59657FF}" destId="{37AD68A2-4873-4F7D-8E4F-E7BD090BAD4C}" srcOrd="0" destOrd="0" presId="urn:microsoft.com/office/officeart/2008/layout/LinedList"/>
    <dgm:cxn modelId="{961F5E33-8532-4E22-860F-B7844E7F77DE}" type="presParOf" srcId="{8383F823-CF82-443F-AD91-3D35F59657FF}" destId="{C4A43444-16F7-4D87-8ECE-DAA47680CB87}" srcOrd="1" destOrd="0" presId="urn:microsoft.com/office/officeart/2008/layout/LinedList"/>
    <dgm:cxn modelId="{5BB4C02B-0E89-4861-9126-B057E706CFCE}" type="presParOf" srcId="{A98B9A8D-18A0-4B48-BEC2-8292976B6D1B}" destId="{BFE539C0-3B90-4A89-AB49-216541EE4A05}" srcOrd="2" destOrd="0" presId="urn:microsoft.com/office/officeart/2008/layout/LinedList"/>
    <dgm:cxn modelId="{7BDF79F0-F38A-43D7-99E6-2F3F8176405A}" type="presParOf" srcId="{A98B9A8D-18A0-4B48-BEC2-8292976B6D1B}" destId="{6503D5E1-BFB6-4DD9-85D5-72A0DC604745}" srcOrd="3" destOrd="0" presId="urn:microsoft.com/office/officeart/2008/layout/LinedList"/>
    <dgm:cxn modelId="{92A52FA6-B1D8-4C94-80E1-3A0D3BA3117F}" type="presParOf" srcId="{6503D5E1-BFB6-4DD9-85D5-72A0DC604745}" destId="{1F3F9BDC-0222-49E8-BA10-D8E695EDFBF1}" srcOrd="0" destOrd="0" presId="urn:microsoft.com/office/officeart/2008/layout/LinedList"/>
    <dgm:cxn modelId="{91D6B46E-5D77-4735-83E9-6A9AF9A32C66}" type="presParOf" srcId="{6503D5E1-BFB6-4DD9-85D5-72A0DC604745}" destId="{43B03456-1A4B-44BF-AAB6-95493D194FFA}" srcOrd="1" destOrd="0" presId="urn:microsoft.com/office/officeart/2008/layout/LinedList"/>
    <dgm:cxn modelId="{B7560E68-C163-408E-AC7F-6ED62871D9DD}" type="presParOf" srcId="{A98B9A8D-18A0-4B48-BEC2-8292976B6D1B}" destId="{981344D2-DA04-4105-9D0A-25FF6ED7BD71}" srcOrd="4" destOrd="0" presId="urn:microsoft.com/office/officeart/2008/layout/LinedList"/>
    <dgm:cxn modelId="{32181985-FBDC-4EE3-88CE-C0BCE4321FE3}" type="presParOf" srcId="{A98B9A8D-18A0-4B48-BEC2-8292976B6D1B}" destId="{4A35C2A0-03C2-4ED7-96C3-4BE85E828A1B}" srcOrd="5" destOrd="0" presId="urn:microsoft.com/office/officeart/2008/layout/LinedList"/>
    <dgm:cxn modelId="{FF5045A0-87CD-4BB2-A79B-112B59CAC1DB}" type="presParOf" srcId="{4A35C2A0-03C2-4ED7-96C3-4BE85E828A1B}" destId="{378B586B-556D-4DD3-A5E2-15B31B256DEB}" srcOrd="0" destOrd="0" presId="urn:microsoft.com/office/officeart/2008/layout/LinedList"/>
    <dgm:cxn modelId="{7CD0CF09-D293-469A-A3C1-FD811F187E0D}" type="presParOf" srcId="{4A35C2A0-03C2-4ED7-96C3-4BE85E828A1B}" destId="{12E96512-611F-4333-8131-20E32A56DE8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745D92F-0DFA-499F-AE12-55AF8911C0CA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669377E-F2FA-48FB-819E-02328C66ABE4}">
      <dgm:prSet/>
      <dgm:spPr/>
      <dgm:t>
        <a:bodyPr/>
        <a:lstStyle/>
        <a:p>
          <a:r>
            <a:rPr lang="en-US"/>
            <a:t>Direct (P donc Q)</a:t>
          </a:r>
        </a:p>
      </dgm:t>
    </dgm:pt>
    <dgm:pt modelId="{60E189F0-16FA-48B2-A3F6-D28F94923BFD}" type="parTrans" cxnId="{18643369-BCF2-4324-A71C-796CCF050F05}">
      <dgm:prSet/>
      <dgm:spPr/>
      <dgm:t>
        <a:bodyPr/>
        <a:lstStyle/>
        <a:p>
          <a:endParaRPr lang="en-US"/>
        </a:p>
      </dgm:t>
    </dgm:pt>
    <dgm:pt modelId="{82EB09B9-9C2A-43D1-B167-7B1044068A4F}" type="sibTrans" cxnId="{18643369-BCF2-4324-A71C-796CCF050F05}">
      <dgm:prSet/>
      <dgm:spPr/>
      <dgm:t>
        <a:bodyPr/>
        <a:lstStyle/>
        <a:p>
          <a:endParaRPr lang="en-US"/>
        </a:p>
      </dgm:t>
    </dgm:pt>
    <dgm:pt modelId="{833D8221-4D40-4EB6-84D7-682C1C508CBF}">
      <dgm:prSet/>
      <dgm:spPr/>
      <dgm:t>
        <a:bodyPr/>
        <a:lstStyle/>
        <a:p>
          <a:r>
            <a:rPr lang="en-US"/>
            <a:t>Cas par cas (partition de l’univers)</a:t>
          </a:r>
        </a:p>
      </dgm:t>
    </dgm:pt>
    <dgm:pt modelId="{D072143A-44A3-4C80-B8F1-1AE7C2234874}" type="parTrans" cxnId="{CBB6993C-6FAD-42F8-BA9B-F193876B5EAF}">
      <dgm:prSet/>
      <dgm:spPr/>
      <dgm:t>
        <a:bodyPr/>
        <a:lstStyle/>
        <a:p>
          <a:endParaRPr lang="en-US"/>
        </a:p>
      </dgm:t>
    </dgm:pt>
    <dgm:pt modelId="{BAAC4702-140F-4A41-AE4B-B82D456CC0C4}" type="sibTrans" cxnId="{CBB6993C-6FAD-42F8-BA9B-F193876B5EAF}">
      <dgm:prSet/>
      <dgm:spPr/>
      <dgm:t>
        <a:bodyPr/>
        <a:lstStyle/>
        <a:p>
          <a:endParaRPr lang="en-US"/>
        </a:p>
      </dgm:t>
    </dgm:pt>
    <dgm:pt modelId="{E0C047CD-0CD8-49D1-BBD7-8870C56FAB62}">
      <dgm:prSet/>
      <dgm:spPr/>
      <dgm:t>
        <a:bodyPr/>
        <a:lstStyle/>
        <a:p>
          <a:r>
            <a:rPr lang="en-US"/>
            <a:t>Contraposée (¬Q ⇒ ¬P)</a:t>
          </a:r>
        </a:p>
      </dgm:t>
    </dgm:pt>
    <dgm:pt modelId="{16DE62B7-98D3-4682-835C-D2F06F6283A9}" type="parTrans" cxnId="{8CF99B56-80F8-4267-B4F2-44FB389FCB1F}">
      <dgm:prSet/>
      <dgm:spPr/>
      <dgm:t>
        <a:bodyPr/>
        <a:lstStyle/>
        <a:p>
          <a:endParaRPr lang="en-US"/>
        </a:p>
      </dgm:t>
    </dgm:pt>
    <dgm:pt modelId="{45C6E552-734D-46B4-887C-065EA24861BD}" type="sibTrans" cxnId="{8CF99B56-80F8-4267-B4F2-44FB389FCB1F}">
      <dgm:prSet/>
      <dgm:spPr/>
      <dgm:t>
        <a:bodyPr/>
        <a:lstStyle/>
        <a:p>
          <a:endParaRPr lang="en-US"/>
        </a:p>
      </dgm:t>
    </dgm:pt>
    <dgm:pt modelId="{7F1D6F58-AC6F-4700-8575-6D847CE8BA0D}">
      <dgm:prSet/>
      <dgm:spPr/>
      <dgm:t>
        <a:bodyPr/>
        <a:lstStyle/>
        <a:p>
          <a:r>
            <a:rPr lang="en-US"/>
            <a:t>Par l’absurde (P et ¬Q ⇒ ⟂)</a:t>
          </a:r>
        </a:p>
      </dgm:t>
    </dgm:pt>
    <dgm:pt modelId="{D83AAD8F-6E82-4B1D-A379-6B5AB85DDCD4}" type="parTrans" cxnId="{20A8D37F-1E91-4683-8CDF-459227056B7A}">
      <dgm:prSet/>
      <dgm:spPr/>
      <dgm:t>
        <a:bodyPr/>
        <a:lstStyle/>
        <a:p>
          <a:endParaRPr lang="en-US"/>
        </a:p>
      </dgm:t>
    </dgm:pt>
    <dgm:pt modelId="{A78A85C1-B1D3-4140-8C04-2CBB7DB4E677}" type="sibTrans" cxnId="{20A8D37F-1E91-4683-8CDF-459227056B7A}">
      <dgm:prSet/>
      <dgm:spPr/>
      <dgm:t>
        <a:bodyPr/>
        <a:lstStyle/>
        <a:p>
          <a:endParaRPr lang="en-US"/>
        </a:p>
      </dgm:t>
    </dgm:pt>
    <dgm:pt modelId="{F2A0EA4D-DB6F-48D4-88B1-BC002A42397D}">
      <dgm:prSet/>
      <dgm:spPr/>
      <dgm:t>
        <a:bodyPr/>
        <a:lstStyle/>
        <a:p>
          <a:r>
            <a:rPr lang="en-US"/>
            <a:t>Contre-exemple (pour réfuter ∀)</a:t>
          </a:r>
        </a:p>
      </dgm:t>
    </dgm:pt>
    <dgm:pt modelId="{B9408D43-E94B-4B43-AF09-EAD64E9D9094}" type="parTrans" cxnId="{1DD50E67-5BDF-48A4-939B-B51C580DC3D0}">
      <dgm:prSet/>
      <dgm:spPr/>
      <dgm:t>
        <a:bodyPr/>
        <a:lstStyle/>
        <a:p>
          <a:endParaRPr lang="en-US"/>
        </a:p>
      </dgm:t>
    </dgm:pt>
    <dgm:pt modelId="{7E6DC7E4-B24F-40AB-8870-BEFC93BFE3FC}" type="sibTrans" cxnId="{1DD50E67-5BDF-48A4-939B-B51C580DC3D0}">
      <dgm:prSet/>
      <dgm:spPr/>
      <dgm:t>
        <a:bodyPr/>
        <a:lstStyle/>
        <a:p>
          <a:endParaRPr lang="en-US"/>
        </a:p>
      </dgm:t>
    </dgm:pt>
    <dgm:pt modelId="{E2FE4C9F-EF18-4C0F-B298-2D66CE660526}">
      <dgm:prSet/>
      <dgm:spPr/>
      <dgm:t>
        <a:bodyPr/>
        <a:lstStyle/>
        <a:p>
          <a:r>
            <a:rPr lang="en-US"/>
            <a:t>Récurrence (initialisation + hérédité)</a:t>
          </a:r>
        </a:p>
      </dgm:t>
    </dgm:pt>
    <dgm:pt modelId="{13F06726-1C46-4D9A-BCD5-093C86DA20D9}" type="parTrans" cxnId="{11F68006-C3BE-4F69-A73F-1E1B4B8BB540}">
      <dgm:prSet/>
      <dgm:spPr/>
      <dgm:t>
        <a:bodyPr/>
        <a:lstStyle/>
        <a:p>
          <a:endParaRPr lang="en-US"/>
        </a:p>
      </dgm:t>
    </dgm:pt>
    <dgm:pt modelId="{2AA3ABBB-0E80-4F07-8DA1-38C1C18A78A0}" type="sibTrans" cxnId="{11F68006-C3BE-4F69-A73F-1E1B4B8BB540}">
      <dgm:prSet/>
      <dgm:spPr/>
      <dgm:t>
        <a:bodyPr/>
        <a:lstStyle/>
        <a:p>
          <a:endParaRPr lang="en-US"/>
        </a:p>
      </dgm:t>
    </dgm:pt>
    <dgm:pt modelId="{92A5B7A2-5687-489B-A51F-A49AEB0D4D0A}" type="pres">
      <dgm:prSet presAssocID="{1745D92F-0DFA-499F-AE12-55AF8911C0CA}" presName="vert0" presStyleCnt="0">
        <dgm:presLayoutVars>
          <dgm:dir/>
          <dgm:animOne val="branch"/>
          <dgm:animLvl val="lvl"/>
        </dgm:presLayoutVars>
      </dgm:prSet>
      <dgm:spPr/>
    </dgm:pt>
    <dgm:pt modelId="{83DCCCBE-0AD5-4A95-BABD-141281CF9C7E}" type="pres">
      <dgm:prSet presAssocID="{1669377E-F2FA-48FB-819E-02328C66ABE4}" presName="thickLine" presStyleLbl="alignNode1" presStyleIdx="0" presStyleCnt="6"/>
      <dgm:spPr/>
    </dgm:pt>
    <dgm:pt modelId="{2F3A4A4A-2A33-4933-B430-98A2344964CE}" type="pres">
      <dgm:prSet presAssocID="{1669377E-F2FA-48FB-819E-02328C66ABE4}" presName="horz1" presStyleCnt="0"/>
      <dgm:spPr/>
    </dgm:pt>
    <dgm:pt modelId="{583FAD72-226B-412F-9B02-BDD37935C28A}" type="pres">
      <dgm:prSet presAssocID="{1669377E-F2FA-48FB-819E-02328C66ABE4}" presName="tx1" presStyleLbl="revTx" presStyleIdx="0" presStyleCnt="6"/>
      <dgm:spPr/>
    </dgm:pt>
    <dgm:pt modelId="{5BA6C766-1747-4645-8AB7-6D03B5C2B86F}" type="pres">
      <dgm:prSet presAssocID="{1669377E-F2FA-48FB-819E-02328C66ABE4}" presName="vert1" presStyleCnt="0"/>
      <dgm:spPr/>
    </dgm:pt>
    <dgm:pt modelId="{CC76D7C9-E019-465A-8548-C8CBE8A0BEED}" type="pres">
      <dgm:prSet presAssocID="{833D8221-4D40-4EB6-84D7-682C1C508CBF}" presName="thickLine" presStyleLbl="alignNode1" presStyleIdx="1" presStyleCnt="6"/>
      <dgm:spPr/>
    </dgm:pt>
    <dgm:pt modelId="{C8BFFC99-E155-4FB3-A815-43E1E4CAFF96}" type="pres">
      <dgm:prSet presAssocID="{833D8221-4D40-4EB6-84D7-682C1C508CBF}" presName="horz1" presStyleCnt="0"/>
      <dgm:spPr/>
    </dgm:pt>
    <dgm:pt modelId="{01B21034-9964-49D4-8800-C0909FD51453}" type="pres">
      <dgm:prSet presAssocID="{833D8221-4D40-4EB6-84D7-682C1C508CBF}" presName="tx1" presStyleLbl="revTx" presStyleIdx="1" presStyleCnt="6"/>
      <dgm:spPr/>
    </dgm:pt>
    <dgm:pt modelId="{FB5CD8D6-56A2-4451-ADD3-2F09681AC55E}" type="pres">
      <dgm:prSet presAssocID="{833D8221-4D40-4EB6-84D7-682C1C508CBF}" presName="vert1" presStyleCnt="0"/>
      <dgm:spPr/>
    </dgm:pt>
    <dgm:pt modelId="{59A6C36B-05DE-4BD9-9AC8-1369D1799C95}" type="pres">
      <dgm:prSet presAssocID="{E0C047CD-0CD8-49D1-BBD7-8870C56FAB62}" presName="thickLine" presStyleLbl="alignNode1" presStyleIdx="2" presStyleCnt="6"/>
      <dgm:spPr/>
    </dgm:pt>
    <dgm:pt modelId="{BBB5F61B-B2BE-4A0E-8623-BADD79D6B118}" type="pres">
      <dgm:prSet presAssocID="{E0C047CD-0CD8-49D1-BBD7-8870C56FAB62}" presName="horz1" presStyleCnt="0"/>
      <dgm:spPr/>
    </dgm:pt>
    <dgm:pt modelId="{B0DEDBCF-A2C4-4117-B49D-5C79450F7396}" type="pres">
      <dgm:prSet presAssocID="{E0C047CD-0CD8-49D1-BBD7-8870C56FAB62}" presName="tx1" presStyleLbl="revTx" presStyleIdx="2" presStyleCnt="6"/>
      <dgm:spPr/>
    </dgm:pt>
    <dgm:pt modelId="{2ABF862E-FA78-4CA2-8651-624279ED710A}" type="pres">
      <dgm:prSet presAssocID="{E0C047CD-0CD8-49D1-BBD7-8870C56FAB62}" presName="vert1" presStyleCnt="0"/>
      <dgm:spPr/>
    </dgm:pt>
    <dgm:pt modelId="{F0651DEB-67E6-4A12-8C6A-027DE84AFDA4}" type="pres">
      <dgm:prSet presAssocID="{7F1D6F58-AC6F-4700-8575-6D847CE8BA0D}" presName="thickLine" presStyleLbl="alignNode1" presStyleIdx="3" presStyleCnt="6"/>
      <dgm:spPr/>
    </dgm:pt>
    <dgm:pt modelId="{E8FDA08E-6856-469F-8EAB-D10F0FE42463}" type="pres">
      <dgm:prSet presAssocID="{7F1D6F58-AC6F-4700-8575-6D847CE8BA0D}" presName="horz1" presStyleCnt="0"/>
      <dgm:spPr/>
    </dgm:pt>
    <dgm:pt modelId="{96008C70-6D70-4E8E-B5E5-9887FD39E54A}" type="pres">
      <dgm:prSet presAssocID="{7F1D6F58-AC6F-4700-8575-6D847CE8BA0D}" presName="tx1" presStyleLbl="revTx" presStyleIdx="3" presStyleCnt="6"/>
      <dgm:spPr/>
    </dgm:pt>
    <dgm:pt modelId="{135BDA50-B6D9-4455-B847-5BD9DAFB1DBC}" type="pres">
      <dgm:prSet presAssocID="{7F1D6F58-AC6F-4700-8575-6D847CE8BA0D}" presName="vert1" presStyleCnt="0"/>
      <dgm:spPr/>
    </dgm:pt>
    <dgm:pt modelId="{5754BF3A-C22B-4CA5-A375-C2433C2C10C9}" type="pres">
      <dgm:prSet presAssocID="{F2A0EA4D-DB6F-48D4-88B1-BC002A42397D}" presName="thickLine" presStyleLbl="alignNode1" presStyleIdx="4" presStyleCnt="6"/>
      <dgm:spPr/>
    </dgm:pt>
    <dgm:pt modelId="{947CAD08-0190-47A1-B64E-9C7FCE12B1C0}" type="pres">
      <dgm:prSet presAssocID="{F2A0EA4D-DB6F-48D4-88B1-BC002A42397D}" presName="horz1" presStyleCnt="0"/>
      <dgm:spPr/>
    </dgm:pt>
    <dgm:pt modelId="{70164284-4057-4CBE-961F-CEDDC6A1EBCC}" type="pres">
      <dgm:prSet presAssocID="{F2A0EA4D-DB6F-48D4-88B1-BC002A42397D}" presName="tx1" presStyleLbl="revTx" presStyleIdx="4" presStyleCnt="6"/>
      <dgm:spPr/>
    </dgm:pt>
    <dgm:pt modelId="{1B78CB36-9A2D-493D-8201-0F6D8327FD32}" type="pres">
      <dgm:prSet presAssocID="{F2A0EA4D-DB6F-48D4-88B1-BC002A42397D}" presName="vert1" presStyleCnt="0"/>
      <dgm:spPr/>
    </dgm:pt>
    <dgm:pt modelId="{2ABF0820-4202-410C-BAD0-5AE6E8B0E2DA}" type="pres">
      <dgm:prSet presAssocID="{E2FE4C9F-EF18-4C0F-B298-2D66CE660526}" presName="thickLine" presStyleLbl="alignNode1" presStyleIdx="5" presStyleCnt="6"/>
      <dgm:spPr/>
    </dgm:pt>
    <dgm:pt modelId="{100F3B9D-7FD8-43C2-B33A-8084947382B5}" type="pres">
      <dgm:prSet presAssocID="{E2FE4C9F-EF18-4C0F-B298-2D66CE660526}" presName="horz1" presStyleCnt="0"/>
      <dgm:spPr/>
    </dgm:pt>
    <dgm:pt modelId="{8A812307-11B2-4833-A07F-8D6DD6A9D057}" type="pres">
      <dgm:prSet presAssocID="{E2FE4C9F-EF18-4C0F-B298-2D66CE660526}" presName="tx1" presStyleLbl="revTx" presStyleIdx="5" presStyleCnt="6"/>
      <dgm:spPr/>
    </dgm:pt>
    <dgm:pt modelId="{3C85B762-BE67-4A4C-8DCE-3370CF6811FF}" type="pres">
      <dgm:prSet presAssocID="{E2FE4C9F-EF18-4C0F-B298-2D66CE660526}" presName="vert1" presStyleCnt="0"/>
      <dgm:spPr/>
    </dgm:pt>
  </dgm:ptLst>
  <dgm:cxnLst>
    <dgm:cxn modelId="{11F68006-C3BE-4F69-A73F-1E1B4B8BB540}" srcId="{1745D92F-0DFA-499F-AE12-55AF8911C0CA}" destId="{E2FE4C9F-EF18-4C0F-B298-2D66CE660526}" srcOrd="5" destOrd="0" parTransId="{13F06726-1C46-4D9A-BCD5-093C86DA20D9}" sibTransId="{2AA3ABBB-0E80-4F07-8DA1-38C1C18A78A0}"/>
    <dgm:cxn modelId="{B440890A-108C-4442-BEAA-9FE47DF98BBD}" type="presOf" srcId="{F2A0EA4D-DB6F-48D4-88B1-BC002A42397D}" destId="{70164284-4057-4CBE-961F-CEDDC6A1EBCC}" srcOrd="0" destOrd="0" presId="urn:microsoft.com/office/officeart/2008/layout/LinedList"/>
    <dgm:cxn modelId="{CBB6993C-6FAD-42F8-BA9B-F193876B5EAF}" srcId="{1745D92F-0DFA-499F-AE12-55AF8911C0CA}" destId="{833D8221-4D40-4EB6-84D7-682C1C508CBF}" srcOrd="1" destOrd="0" parTransId="{D072143A-44A3-4C80-B8F1-1AE7C2234874}" sibTransId="{BAAC4702-140F-4A41-AE4B-B82D456CC0C4}"/>
    <dgm:cxn modelId="{C5813A61-7455-4EA6-A3A8-23B3818A22BE}" type="presOf" srcId="{833D8221-4D40-4EB6-84D7-682C1C508CBF}" destId="{01B21034-9964-49D4-8800-C0909FD51453}" srcOrd="0" destOrd="0" presId="urn:microsoft.com/office/officeart/2008/layout/LinedList"/>
    <dgm:cxn modelId="{1DD50E67-5BDF-48A4-939B-B51C580DC3D0}" srcId="{1745D92F-0DFA-499F-AE12-55AF8911C0CA}" destId="{F2A0EA4D-DB6F-48D4-88B1-BC002A42397D}" srcOrd="4" destOrd="0" parTransId="{B9408D43-E94B-4B43-AF09-EAD64E9D9094}" sibTransId="{7E6DC7E4-B24F-40AB-8870-BEFC93BFE3FC}"/>
    <dgm:cxn modelId="{18643369-BCF2-4324-A71C-796CCF050F05}" srcId="{1745D92F-0DFA-499F-AE12-55AF8911C0CA}" destId="{1669377E-F2FA-48FB-819E-02328C66ABE4}" srcOrd="0" destOrd="0" parTransId="{60E189F0-16FA-48B2-A3F6-D28F94923BFD}" sibTransId="{82EB09B9-9C2A-43D1-B167-7B1044068A4F}"/>
    <dgm:cxn modelId="{19B69872-456E-43D4-ADB9-78846E87C7FD}" type="presOf" srcId="{1745D92F-0DFA-499F-AE12-55AF8911C0CA}" destId="{92A5B7A2-5687-489B-A51F-A49AEB0D4D0A}" srcOrd="0" destOrd="0" presId="urn:microsoft.com/office/officeart/2008/layout/LinedList"/>
    <dgm:cxn modelId="{8CF99B56-80F8-4267-B4F2-44FB389FCB1F}" srcId="{1745D92F-0DFA-499F-AE12-55AF8911C0CA}" destId="{E0C047CD-0CD8-49D1-BBD7-8870C56FAB62}" srcOrd="2" destOrd="0" parTransId="{16DE62B7-98D3-4682-835C-D2F06F6283A9}" sibTransId="{45C6E552-734D-46B4-887C-065EA24861BD}"/>
    <dgm:cxn modelId="{B9C7C07E-6109-4B8F-B139-C30441AD4178}" type="presOf" srcId="{1669377E-F2FA-48FB-819E-02328C66ABE4}" destId="{583FAD72-226B-412F-9B02-BDD37935C28A}" srcOrd="0" destOrd="0" presId="urn:microsoft.com/office/officeart/2008/layout/LinedList"/>
    <dgm:cxn modelId="{20A8D37F-1E91-4683-8CDF-459227056B7A}" srcId="{1745D92F-0DFA-499F-AE12-55AF8911C0CA}" destId="{7F1D6F58-AC6F-4700-8575-6D847CE8BA0D}" srcOrd="3" destOrd="0" parTransId="{D83AAD8F-6E82-4B1D-A379-6B5AB85DDCD4}" sibTransId="{A78A85C1-B1D3-4140-8C04-2CBB7DB4E677}"/>
    <dgm:cxn modelId="{E03C668A-63A2-4C8A-A786-C1DDE12FCC15}" type="presOf" srcId="{E0C047CD-0CD8-49D1-BBD7-8870C56FAB62}" destId="{B0DEDBCF-A2C4-4117-B49D-5C79450F7396}" srcOrd="0" destOrd="0" presId="urn:microsoft.com/office/officeart/2008/layout/LinedList"/>
    <dgm:cxn modelId="{349990E9-0F30-4D37-BB62-BB4809CC2576}" type="presOf" srcId="{7F1D6F58-AC6F-4700-8575-6D847CE8BA0D}" destId="{96008C70-6D70-4E8E-B5E5-9887FD39E54A}" srcOrd="0" destOrd="0" presId="urn:microsoft.com/office/officeart/2008/layout/LinedList"/>
    <dgm:cxn modelId="{558648F9-2544-4A33-9220-CBA9BF153005}" type="presOf" srcId="{E2FE4C9F-EF18-4C0F-B298-2D66CE660526}" destId="{8A812307-11B2-4833-A07F-8D6DD6A9D057}" srcOrd="0" destOrd="0" presId="urn:microsoft.com/office/officeart/2008/layout/LinedList"/>
    <dgm:cxn modelId="{E53DD789-2D23-417A-BA4E-8D0AA79DF869}" type="presParOf" srcId="{92A5B7A2-5687-489B-A51F-A49AEB0D4D0A}" destId="{83DCCCBE-0AD5-4A95-BABD-141281CF9C7E}" srcOrd="0" destOrd="0" presId="urn:microsoft.com/office/officeart/2008/layout/LinedList"/>
    <dgm:cxn modelId="{BB93CB22-5E27-49E4-9F44-99C1ACC2E425}" type="presParOf" srcId="{92A5B7A2-5687-489B-A51F-A49AEB0D4D0A}" destId="{2F3A4A4A-2A33-4933-B430-98A2344964CE}" srcOrd="1" destOrd="0" presId="urn:microsoft.com/office/officeart/2008/layout/LinedList"/>
    <dgm:cxn modelId="{46984D7F-95B7-4A42-BE6D-F51D32D33CD7}" type="presParOf" srcId="{2F3A4A4A-2A33-4933-B430-98A2344964CE}" destId="{583FAD72-226B-412F-9B02-BDD37935C28A}" srcOrd="0" destOrd="0" presId="urn:microsoft.com/office/officeart/2008/layout/LinedList"/>
    <dgm:cxn modelId="{55979B8B-5D36-47C9-AE0D-46C79B5ECADC}" type="presParOf" srcId="{2F3A4A4A-2A33-4933-B430-98A2344964CE}" destId="{5BA6C766-1747-4645-8AB7-6D03B5C2B86F}" srcOrd="1" destOrd="0" presId="urn:microsoft.com/office/officeart/2008/layout/LinedList"/>
    <dgm:cxn modelId="{64647F53-2153-479B-9886-9241652DCAB4}" type="presParOf" srcId="{92A5B7A2-5687-489B-A51F-A49AEB0D4D0A}" destId="{CC76D7C9-E019-465A-8548-C8CBE8A0BEED}" srcOrd="2" destOrd="0" presId="urn:microsoft.com/office/officeart/2008/layout/LinedList"/>
    <dgm:cxn modelId="{0E7DDBBE-C4F9-4C3D-986F-D0A96F39E8E0}" type="presParOf" srcId="{92A5B7A2-5687-489B-A51F-A49AEB0D4D0A}" destId="{C8BFFC99-E155-4FB3-A815-43E1E4CAFF96}" srcOrd="3" destOrd="0" presId="urn:microsoft.com/office/officeart/2008/layout/LinedList"/>
    <dgm:cxn modelId="{908A7D32-4BA5-457E-9B1F-9FFB477344B2}" type="presParOf" srcId="{C8BFFC99-E155-4FB3-A815-43E1E4CAFF96}" destId="{01B21034-9964-49D4-8800-C0909FD51453}" srcOrd="0" destOrd="0" presId="urn:microsoft.com/office/officeart/2008/layout/LinedList"/>
    <dgm:cxn modelId="{4D1AC207-75AC-493E-873F-33D45134F84F}" type="presParOf" srcId="{C8BFFC99-E155-4FB3-A815-43E1E4CAFF96}" destId="{FB5CD8D6-56A2-4451-ADD3-2F09681AC55E}" srcOrd="1" destOrd="0" presId="urn:microsoft.com/office/officeart/2008/layout/LinedList"/>
    <dgm:cxn modelId="{5045C2DE-93C1-42AF-864C-E3B3201D60C0}" type="presParOf" srcId="{92A5B7A2-5687-489B-A51F-A49AEB0D4D0A}" destId="{59A6C36B-05DE-4BD9-9AC8-1369D1799C95}" srcOrd="4" destOrd="0" presId="urn:microsoft.com/office/officeart/2008/layout/LinedList"/>
    <dgm:cxn modelId="{4E88CE64-88D8-4D60-BCA0-EB62E22CAA7C}" type="presParOf" srcId="{92A5B7A2-5687-489B-A51F-A49AEB0D4D0A}" destId="{BBB5F61B-B2BE-4A0E-8623-BADD79D6B118}" srcOrd="5" destOrd="0" presId="urn:microsoft.com/office/officeart/2008/layout/LinedList"/>
    <dgm:cxn modelId="{56A3B90F-8574-4722-AA77-B459922E8DCE}" type="presParOf" srcId="{BBB5F61B-B2BE-4A0E-8623-BADD79D6B118}" destId="{B0DEDBCF-A2C4-4117-B49D-5C79450F7396}" srcOrd="0" destOrd="0" presId="urn:microsoft.com/office/officeart/2008/layout/LinedList"/>
    <dgm:cxn modelId="{B1A9B05C-AF64-4A4B-851A-18FBA537D6E8}" type="presParOf" srcId="{BBB5F61B-B2BE-4A0E-8623-BADD79D6B118}" destId="{2ABF862E-FA78-4CA2-8651-624279ED710A}" srcOrd="1" destOrd="0" presId="urn:microsoft.com/office/officeart/2008/layout/LinedList"/>
    <dgm:cxn modelId="{DC6B3832-B17E-4C25-A439-7C4D40C1D097}" type="presParOf" srcId="{92A5B7A2-5687-489B-A51F-A49AEB0D4D0A}" destId="{F0651DEB-67E6-4A12-8C6A-027DE84AFDA4}" srcOrd="6" destOrd="0" presId="urn:microsoft.com/office/officeart/2008/layout/LinedList"/>
    <dgm:cxn modelId="{2650EF64-AA64-40A8-B572-E43BE399B7DE}" type="presParOf" srcId="{92A5B7A2-5687-489B-A51F-A49AEB0D4D0A}" destId="{E8FDA08E-6856-469F-8EAB-D10F0FE42463}" srcOrd="7" destOrd="0" presId="urn:microsoft.com/office/officeart/2008/layout/LinedList"/>
    <dgm:cxn modelId="{2B9EB3D4-4906-4267-AC90-7EA569DF5C35}" type="presParOf" srcId="{E8FDA08E-6856-469F-8EAB-D10F0FE42463}" destId="{96008C70-6D70-4E8E-B5E5-9887FD39E54A}" srcOrd="0" destOrd="0" presId="urn:microsoft.com/office/officeart/2008/layout/LinedList"/>
    <dgm:cxn modelId="{DBC7E555-A517-4743-81FC-04226D5C2AB6}" type="presParOf" srcId="{E8FDA08E-6856-469F-8EAB-D10F0FE42463}" destId="{135BDA50-B6D9-4455-B847-5BD9DAFB1DBC}" srcOrd="1" destOrd="0" presId="urn:microsoft.com/office/officeart/2008/layout/LinedList"/>
    <dgm:cxn modelId="{013C718F-C559-43AC-A010-03D38A149A3A}" type="presParOf" srcId="{92A5B7A2-5687-489B-A51F-A49AEB0D4D0A}" destId="{5754BF3A-C22B-4CA5-A375-C2433C2C10C9}" srcOrd="8" destOrd="0" presId="urn:microsoft.com/office/officeart/2008/layout/LinedList"/>
    <dgm:cxn modelId="{A96E91E0-F09E-47B8-B66D-06829C673404}" type="presParOf" srcId="{92A5B7A2-5687-489B-A51F-A49AEB0D4D0A}" destId="{947CAD08-0190-47A1-B64E-9C7FCE12B1C0}" srcOrd="9" destOrd="0" presId="urn:microsoft.com/office/officeart/2008/layout/LinedList"/>
    <dgm:cxn modelId="{32682023-D4F9-4E19-B32F-BA981828474D}" type="presParOf" srcId="{947CAD08-0190-47A1-B64E-9C7FCE12B1C0}" destId="{70164284-4057-4CBE-961F-CEDDC6A1EBCC}" srcOrd="0" destOrd="0" presId="urn:microsoft.com/office/officeart/2008/layout/LinedList"/>
    <dgm:cxn modelId="{49786E60-EB3C-478E-AFCB-CE191655C5F9}" type="presParOf" srcId="{947CAD08-0190-47A1-B64E-9C7FCE12B1C0}" destId="{1B78CB36-9A2D-493D-8201-0F6D8327FD32}" srcOrd="1" destOrd="0" presId="urn:microsoft.com/office/officeart/2008/layout/LinedList"/>
    <dgm:cxn modelId="{BF001274-9CD6-4425-8BEE-1BF9D16C64E2}" type="presParOf" srcId="{92A5B7A2-5687-489B-A51F-A49AEB0D4D0A}" destId="{2ABF0820-4202-410C-BAD0-5AE6E8B0E2DA}" srcOrd="10" destOrd="0" presId="urn:microsoft.com/office/officeart/2008/layout/LinedList"/>
    <dgm:cxn modelId="{02C26C2F-EF69-4540-8EFA-7FFEE5600F74}" type="presParOf" srcId="{92A5B7A2-5687-489B-A51F-A49AEB0D4D0A}" destId="{100F3B9D-7FD8-43C2-B33A-8084947382B5}" srcOrd="11" destOrd="0" presId="urn:microsoft.com/office/officeart/2008/layout/LinedList"/>
    <dgm:cxn modelId="{DADD511D-717C-4722-BDBC-C71FD1DDFB7C}" type="presParOf" srcId="{100F3B9D-7FD8-43C2-B33A-8084947382B5}" destId="{8A812307-11B2-4833-A07F-8D6DD6A9D057}" srcOrd="0" destOrd="0" presId="urn:microsoft.com/office/officeart/2008/layout/LinedList"/>
    <dgm:cxn modelId="{C2B4D184-BCF6-4C85-AF90-3B8C82DEF709}" type="presParOf" srcId="{100F3B9D-7FD8-43C2-B33A-8084947382B5}" destId="{3C85B762-BE67-4A4C-8DCE-3370CF6811F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670D9CB-E670-4AC5-82A8-8659777F04E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06D52D6-A2C6-4F07-AD3C-C0A15ED1B4F3}">
      <dgm:prSet/>
      <dgm:spPr/>
      <dgm:t>
        <a:bodyPr/>
        <a:lstStyle/>
        <a:p>
          <a:r>
            <a:rPr lang="en-US"/>
            <a:t>Si a,b ∈ ℚ alors a+b ∈ ℚ</a:t>
          </a:r>
        </a:p>
      </dgm:t>
    </dgm:pt>
    <dgm:pt modelId="{D41DF430-44AE-4248-B13E-E64353A5D2FE}" type="parTrans" cxnId="{A7EE54AC-D520-47A5-A577-9381FA5EFC96}">
      <dgm:prSet/>
      <dgm:spPr/>
      <dgm:t>
        <a:bodyPr/>
        <a:lstStyle/>
        <a:p>
          <a:endParaRPr lang="en-US"/>
        </a:p>
      </dgm:t>
    </dgm:pt>
    <dgm:pt modelId="{49F8C5F4-DACD-48E9-94F7-7C708EDDB0BF}" type="sibTrans" cxnId="{A7EE54AC-D520-47A5-A577-9381FA5EFC96}">
      <dgm:prSet/>
      <dgm:spPr/>
      <dgm:t>
        <a:bodyPr/>
        <a:lstStyle/>
        <a:p>
          <a:endParaRPr lang="en-US"/>
        </a:p>
      </dgm:t>
    </dgm:pt>
    <dgm:pt modelId="{139FBB07-0693-4100-B50A-9E77B8FB9D6C}">
      <dgm:prSet/>
      <dgm:spPr/>
      <dgm:t>
        <a:bodyPr/>
        <a:lstStyle/>
        <a:p>
          <a:r>
            <a:rPr lang="en-US"/>
            <a:t>Idée : écrire a=p/q, b=p'/q' puis additionner et montrer que le résultat est encore rationnel</a:t>
          </a:r>
        </a:p>
      </dgm:t>
    </dgm:pt>
    <dgm:pt modelId="{F80B91F9-33D6-41D6-AFA8-34785348C897}" type="parTrans" cxnId="{70D03E87-A4CF-4BF6-98F6-2EC104F29AA4}">
      <dgm:prSet/>
      <dgm:spPr/>
      <dgm:t>
        <a:bodyPr/>
        <a:lstStyle/>
        <a:p>
          <a:endParaRPr lang="en-US"/>
        </a:p>
      </dgm:t>
    </dgm:pt>
    <dgm:pt modelId="{705ABAC1-D802-4187-AC86-43DCBDC79F99}" type="sibTrans" cxnId="{70D03E87-A4CF-4BF6-98F6-2EC104F29AA4}">
      <dgm:prSet/>
      <dgm:spPr/>
      <dgm:t>
        <a:bodyPr/>
        <a:lstStyle/>
        <a:p>
          <a:endParaRPr lang="en-US"/>
        </a:p>
      </dgm:t>
    </dgm:pt>
    <dgm:pt modelId="{8FC92BAC-0213-4C9F-96ED-0A148C8A2E2A}" type="pres">
      <dgm:prSet presAssocID="{6670D9CB-E670-4AC5-82A8-8659777F04E3}" presName="linear" presStyleCnt="0">
        <dgm:presLayoutVars>
          <dgm:animLvl val="lvl"/>
          <dgm:resizeHandles val="exact"/>
        </dgm:presLayoutVars>
      </dgm:prSet>
      <dgm:spPr/>
    </dgm:pt>
    <dgm:pt modelId="{0533CF59-9776-42E0-9402-FE24B7A1F8E0}" type="pres">
      <dgm:prSet presAssocID="{606D52D6-A2C6-4F07-AD3C-C0A15ED1B4F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536E1CE-376C-4BFB-AB8C-85FE9F4F30CC}" type="pres">
      <dgm:prSet presAssocID="{49F8C5F4-DACD-48E9-94F7-7C708EDDB0BF}" presName="spacer" presStyleCnt="0"/>
      <dgm:spPr/>
    </dgm:pt>
    <dgm:pt modelId="{F5D8F6C4-FE81-48F7-B556-B523B160CA67}" type="pres">
      <dgm:prSet presAssocID="{139FBB07-0693-4100-B50A-9E77B8FB9D6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35BB930-2B01-4244-8F55-197AE1D4FBF5}" type="presOf" srcId="{6670D9CB-E670-4AC5-82A8-8659777F04E3}" destId="{8FC92BAC-0213-4C9F-96ED-0A148C8A2E2A}" srcOrd="0" destOrd="0" presId="urn:microsoft.com/office/officeart/2005/8/layout/vList2"/>
    <dgm:cxn modelId="{3CE2B862-3AAA-417F-9F6C-AD5331D2DEBF}" type="presOf" srcId="{139FBB07-0693-4100-B50A-9E77B8FB9D6C}" destId="{F5D8F6C4-FE81-48F7-B556-B523B160CA67}" srcOrd="0" destOrd="0" presId="urn:microsoft.com/office/officeart/2005/8/layout/vList2"/>
    <dgm:cxn modelId="{70D03E87-A4CF-4BF6-98F6-2EC104F29AA4}" srcId="{6670D9CB-E670-4AC5-82A8-8659777F04E3}" destId="{139FBB07-0693-4100-B50A-9E77B8FB9D6C}" srcOrd="1" destOrd="0" parTransId="{F80B91F9-33D6-41D6-AFA8-34785348C897}" sibTransId="{705ABAC1-D802-4187-AC86-43DCBDC79F99}"/>
    <dgm:cxn modelId="{A7EE54AC-D520-47A5-A577-9381FA5EFC96}" srcId="{6670D9CB-E670-4AC5-82A8-8659777F04E3}" destId="{606D52D6-A2C6-4F07-AD3C-C0A15ED1B4F3}" srcOrd="0" destOrd="0" parTransId="{D41DF430-44AE-4248-B13E-E64353A5D2FE}" sibTransId="{49F8C5F4-DACD-48E9-94F7-7C708EDDB0BF}"/>
    <dgm:cxn modelId="{1E2121ED-FD21-4888-A74B-CACFFB0C0F46}" type="presOf" srcId="{606D52D6-A2C6-4F07-AD3C-C0A15ED1B4F3}" destId="{0533CF59-9776-42E0-9402-FE24B7A1F8E0}" srcOrd="0" destOrd="0" presId="urn:microsoft.com/office/officeart/2005/8/layout/vList2"/>
    <dgm:cxn modelId="{67DA9204-7E55-406D-9494-054FC8B981A3}" type="presParOf" srcId="{8FC92BAC-0213-4C9F-96ED-0A148C8A2E2A}" destId="{0533CF59-9776-42E0-9402-FE24B7A1F8E0}" srcOrd="0" destOrd="0" presId="urn:microsoft.com/office/officeart/2005/8/layout/vList2"/>
    <dgm:cxn modelId="{543C19D2-3F9C-4EB4-8DB7-4F72EC227D2D}" type="presParOf" srcId="{8FC92BAC-0213-4C9F-96ED-0A148C8A2E2A}" destId="{4536E1CE-376C-4BFB-AB8C-85FE9F4F30CC}" srcOrd="1" destOrd="0" presId="urn:microsoft.com/office/officeart/2005/8/layout/vList2"/>
    <dgm:cxn modelId="{57403006-1F0B-40A7-BE66-3A2F2A43DD34}" type="presParOf" srcId="{8FC92BAC-0213-4C9F-96ED-0A148C8A2E2A}" destId="{F5D8F6C4-FE81-48F7-B556-B523B160CA6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84023BF-76F1-4FF2-95C0-D01C93AE3878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19D71BAD-2F93-4275-8664-17C58D920CB8}">
      <dgm:prSet/>
      <dgm:spPr/>
      <dgm:t>
        <a:bodyPr/>
        <a:lstStyle/>
        <a:p>
          <a:r>
            <a:rPr lang="en-US"/>
            <a:t>Cas 1 : x≥1 → |x−1|=x−1 ; comparer avec x²−x+1</a:t>
          </a:r>
        </a:p>
      </dgm:t>
    </dgm:pt>
    <dgm:pt modelId="{3E63A779-BD9F-4383-8888-B93BABCE3EF6}" type="parTrans" cxnId="{BD1F9152-A3F0-4BF9-84C6-3CF0CA9CF255}">
      <dgm:prSet/>
      <dgm:spPr/>
      <dgm:t>
        <a:bodyPr/>
        <a:lstStyle/>
        <a:p>
          <a:endParaRPr lang="en-US"/>
        </a:p>
      </dgm:t>
    </dgm:pt>
    <dgm:pt modelId="{9BD835DF-9EC5-45FF-B945-08F652BCDA4C}" type="sibTrans" cxnId="{BD1F9152-A3F0-4BF9-84C6-3CF0CA9CF255}">
      <dgm:prSet/>
      <dgm:spPr/>
      <dgm:t>
        <a:bodyPr/>
        <a:lstStyle/>
        <a:p>
          <a:endParaRPr lang="en-US"/>
        </a:p>
      </dgm:t>
    </dgm:pt>
    <dgm:pt modelId="{D7B37543-4A24-405B-B42F-07BF62299CFA}">
      <dgm:prSet/>
      <dgm:spPr/>
      <dgm:t>
        <a:bodyPr/>
        <a:lstStyle/>
        <a:p>
          <a:r>
            <a:rPr lang="en-US"/>
            <a:t>Cas 2 : x&lt;1 → |x−1|=−(x−1) ; comparer avec x²−x+1</a:t>
          </a:r>
        </a:p>
      </dgm:t>
    </dgm:pt>
    <dgm:pt modelId="{A5432054-BC6F-4E8A-9F39-CACE3C81C266}" type="parTrans" cxnId="{299FBEC5-528A-4D6A-B2B9-43930230B4A5}">
      <dgm:prSet/>
      <dgm:spPr/>
      <dgm:t>
        <a:bodyPr/>
        <a:lstStyle/>
        <a:p>
          <a:endParaRPr lang="en-US"/>
        </a:p>
      </dgm:t>
    </dgm:pt>
    <dgm:pt modelId="{4C2BD3DE-A4AE-4B21-A0E5-D583F7FFFBFC}" type="sibTrans" cxnId="{299FBEC5-528A-4D6A-B2B9-43930230B4A5}">
      <dgm:prSet/>
      <dgm:spPr/>
      <dgm:t>
        <a:bodyPr/>
        <a:lstStyle/>
        <a:p>
          <a:endParaRPr lang="en-US"/>
        </a:p>
      </dgm:t>
    </dgm:pt>
    <dgm:pt modelId="{20041EFE-1B31-4586-8E14-655A7C36FDFB}">
      <dgm:prSet/>
      <dgm:spPr/>
      <dgm:t>
        <a:bodyPr/>
        <a:lstStyle/>
        <a:p>
          <a:r>
            <a:rPr lang="en-US"/>
            <a:t>Conclusion : inégalité vraie dans tous les cas</a:t>
          </a:r>
        </a:p>
      </dgm:t>
    </dgm:pt>
    <dgm:pt modelId="{4682719D-0811-46E0-BA67-3B041D56F418}" type="parTrans" cxnId="{CD4CD1E2-6468-4E5C-9194-BA7AA7F3CC71}">
      <dgm:prSet/>
      <dgm:spPr/>
      <dgm:t>
        <a:bodyPr/>
        <a:lstStyle/>
        <a:p>
          <a:endParaRPr lang="en-US"/>
        </a:p>
      </dgm:t>
    </dgm:pt>
    <dgm:pt modelId="{E5F840E0-7210-4D27-90C7-453BF862564A}" type="sibTrans" cxnId="{CD4CD1E2-6468-4E5C-9194-BA7AA7F3CC71}">
      <dgm:prSet/>
      <dgm:spPr/>
      <dgm:t>
        <a:bodyPr/>
        <a:lstStyle/>
        <a:p>
          <a:endParaRPr lang="en-US"/>
        </a:p>
      </dgm:t>
    </dgm:pt>
    <dgm:pt modelId="{7E570BC7-550D-4C8F-A856-1CEEC87D4CE7}" type="pres">
      <dgm:prSet presAssocID="{684023BF-76F1-4FF2-95C0-D01C93AE3878}" presName="vert0" presStyleCnt="0">
        <dgm:presLayoutVars>
          <dgm:dir/>
          <dgm:animOne val="branch"/>
          <dgm:animLvl val="lvl"/>
        </dgm:presLayoutVars>
      </dgm:prSet>
      <dgm:spPr/>
    </dgm:pt>
    <dgm:pt modelId="{97A28326-9490-4141-9D76-4A6600EBD9E7}" type="pres">
      <dgm:prSet presAssocID="{19D71BAD-2F93-4275-8664-17C58D920CB8}" presName="thickLine" presStyleLbl="alignNode1" presStyleIdx="0" presStyleCnt="3"/>
      <dgm:spPr/>
    </dgm:pt>
    <dgm:pt modelId="{5B41413A-6BFF-42EE-9DED-FF1FCB1CEBB8}" type="pres">
      <dgm:prSet presAssocID="{19D71BAD-2F93-4275-8664-17C58D920CB8}" presName="horz1" presStyleCnt="0"/>
      <dgm:spPr/>
    </dgm:pt>
    <dgm:pt modelId="{CB15E190-EB7E-4397-9975-4B7865E515E6}" type="pres">
      <dgm:prSet presAssocID="{19D71BAD-2F93-4275-8664-17C58D920CB8}" presName="tx1" presStyleLbl="revTx" presStyleIdx="0" presStyleCnt="3"/>
      <dgm:spPr/>
    </dgm:pt>
    <dgm:pt modelId="{5C4F7B2D-3D74-473D-8CEC-497B0420A98A}" type="pres">
      <dgm:prSet presAssocID="{19D71BAD-2F93-4275-8664-17C58D920CB8}" presName="vert1" presStyleCnt="0"/>
      <dgm:spPr/>
    </dgm:pt>
    <dgm:pt modelId="{0C80F1FF-DF8C-4845-A22B-4809F2798CA6}" type="pres">
      <dgm:prSet presAssocID="{D7B37543-4A24-405B-B42F-07BF62299CFA}" presName="thickLine" presStyleLbl="alignNode1" presStyleIdx="1" presStyleCnt="3"/>
      <dgm:spPr/>
    </dgm:pt>
    <dgm:pt modelId="{326BAB97-8A02-4F77-AD54-88A6C7FCE1B1}" type="pres">
      <dgm:prSet presAssocID="{D7B37543-4A24-405B-B42F-07BF62299CFA}" presName="horz1" presStyleCnt="0"/>
      <dgm:spPr/>
    </dgm:pt>
    <dgm:pt modelId="{C7D53E07-E49A-42FC-AF4E-82587AB5F53F}" type="pres">
      <dgm:prSet presAssocID="{D7B37543-4A24-405B-B42F-07BF62299CFA}" presName="tx1" presStyleLbl="revTx" presStyleIdx="1" presStyleCnt="3"/>
      <dgm:spPr/>
    </dgm:pt>
    <dgm:pt modelId="{F1C8866B-C7A1-4588-AB79-9CF0B78D151F}" type="pres">
      <dgm:prSet presAssocID="{D7B37543-4A24-405B-B42F-07BF62299CFA}" presName="vert1" presStyleCnt="0"/>
      <dgm:spPr/>
    </dgm:pt>
    <dgm:pt modelId="{D334BD75-6C2F-426F-B9C7-14664DD1EA4E}" type="pres">
      <dgm:prSet presAssocID="{20041EFE-1B31-4586-8E14-655A7C36FDFB}" presName="thickLine" presStyleLbl="alignNode1" presStyleIdx="2" presStyleCnt="3"/>
      <dgm:spPr/>
    </dgm:pt>
    <dgm:pt modelId="{3CE17298-1799-4901-9DB3-C20EA5715D60}" type="pres">
      <dgm:prSet presAssocID="{20041EFE-1B31-4586-8E14-655A7C36FDFB}" presName="horz1" presStyleCnt="0"/>
      <dgm:spPr/>
    </dgm:pt>
    <dgm:pt modelId="{A6EDF824-1ABC-413F-A84E-920B4DE24505}" type="pres">
      <dgm:prSet presAssocID="{20041EFE-1B31-4586-8E14-655A7C36FDFB}" presName="tx1" presStyleLbl="revTx" presStyleIdx="2" presStyleCnt="3"/>
      <dgm:spPr/>
    </dgm:pt>
    <dgm:pt modelId="{291FBD76-4451-46E4-98F3-3311D65B5303}" type="pres">
      <dgm:prSet presAssocID="{20041EFE-1B31-4586-8E14-655A7C36FDFB}" presName="vert1" presStyleCnt="0"/>
      <dgm:spPr/>
    </dgm:pt>
  </dgm:ptLst>
  <dgm:cxnLst>
    <dgm:cxn modelId="{2515F150-AD06-459B-BB42-A21C128D907D}" type="presOf" srcId="{20041EFE-1B31-4586-8E14-655A7C36FDFB}" destId="{A6EDF824-1ABC-413F-A84E-920B4DE24505}" srcOrd="0" destOrd="0" presId="urn:microsoft.com/office/officeart/2008/layout/LinedList"/>
    <dgm:cxn modelId="{BD1F9152-A3F0-4BF9-84C6-3CF0CA9CF255}" srcId="{684023BF-76F1-4FF2-95C0-D01C93AE3878}" destId="{19D71BAD-2F93-4275-8664-17C58D920CB8}" srcOrd="0" destOrd="0" parTransId="{3E63A779-BD9F-4383-8888-B93BABCE3EF6}" sibTransId="{9BD835DF-9EC5-45FF-B945-08F652BCDA4C}"/>
    <dgm:cxn modelId="{FFD5A474-C9B0-4725-8E03-5548C4F9DE5B}" type="presOf" srcId="{19D71BAD-2F93-4275-8664-17C58D920CB8}" destId="{CB15E190-EB7E-4397-9975-4B7865E515E6}" srcOrd="0" destOrd="0" presId="urn:microsoft.com/office/officeart/2008/layout/LinedList"/>
    <dgm:cxn modelId="{299FBEC5-528A-4D6A-B2B9-43930230B4A5}" srcId="{684023BF-76F1-4FF2-95C0-D01C93AE3878}" destId="{D7B37543-4A24-405B-B42F-07BF62299CFA}" srcOrd="1" destOrd="0" parTransId="{A5432054-BC6F-4E8A-9F39-CACE3C81C266}" sibTransId="{4C2BD3DE-A4AE-4B21-A0E5-D583F7FFFBFC}"/>
    <dgm:cxn modelId="{DE4A11E2-DCF9-47A6-9F35-517B3EC78761}" type="presOf" srcId="{D7B37543-4A24-405B-B42F-07BF62299CFA}" destId="{C7D53E07-E49A-42FC-AF4E-82587AB5F53F}" srcOrd="0" destOrd="0" presId="urn:microsoft.com/office/officeart/2008/layout/LinedList"/>
    <dgm:cxn modelId="{CD4CD1E2-6468-4E5C-9194-BA7AA7F3CC71}" srcId="{684023BF-76F1-4FF2-95C0-D01C93AE3878}" destId="{20041EFE-1B31-4586-8E14-655A7C36FDFB}" srcOrd="2" destOrd="0" parTransId="{4682719D-0811-46E0-BA67-3B041D56F418}" sibTransId="{E5F840E0-7210-4D27-90C7-453BF862564A}"/>
    <dgm:cxn modelId="{D87199E4-3E73-4832-BB32-6FD61B6F7E24}" type="presOf" srcId="{684023BF-76F1-4FF2-95C0-D01C93AE3878}" destId="{7E570BC7-550D-4C8F-A856-1CEEC87D4CE7}" srcOrd="0" destOrd="0" presId="urn:microsoft.com/office/officeart/2008/layout/LinedList"/>
    <dgm:cxn modelId="{BE4DDC58-FF9C-4968-836E-231BC18269CF}" type="presParOf" srcId="{7E570BC7-550D-4C8F-A856-1CEEC87D4CE7}" destId="{97A28326-9490-4141-9D76-4A6600EBD9E7}" srcOrd="0" destOrd="0" presId="urn:microsoft.com/office/officeart/2008/layout/LinedList"/>
    <dgm:cxn modelId="{6B15A814-4EE0-400A-A1A8-9E9CC9D80B30}" type="presParOf" srcId="{7E570BC7-550D-4C8F-A856-1CEEC87D4CE7}" destId="{5B41413A-6BFF-42EE-9DED-FF1FCB1CEBB8}" srcOrd="1" destOrd="0" presId="urn:microsoft.com/office/officeart/2008/layout/LinedList"/>
    <dgm:cxn modelId="{50743939-039F-4131-AF05-F1715F231035}" type="presParOf" srcId="{5B41413A-6BFF-42EE-9DED-FF1FCB1CEBB8}" destId="{CB15E190-EB7E-4397-9975-4B7865E515E6}" srcOrd="0" destOrd="0" presId="urn:microsoft.com/office/officeart/2008/layout/LinedList"/>
    <dgm:cxn modelId="{40BF8510-B322-4862-AF09-7E5B2C65D3DF}" type="presParOf" srcId="{5B41413A-6BFF-42EE-9DED-FF1FCB1CEBB8}" destId="{5C4F7B2D-3D74-473D-8CEC-497B0420A98A}" srcOrd="1" destOrd="0" presId="urn:microsoft.com/office/officeart/2008/layout/LinedList"/>
    <dgm:cxn modelId="{83D8C36C-E1F3-496A-B3A2-6088C798D3B7}" type="presParOf" srcId="{7E570BC7-550D-4C8F-A856-1CEEC87D4CE7}" destId="{0C80F1FF-DF8C-4845-A22B-4809F2798CA6}" srcOrd="2" destOrd="0" presId="urn:microsoft.com/office/officeart/2008/layout/LinedList"/>
    <dgm:cxn modelId="{8A36A689-CFE2-4D24-9D39-361BEE026E3C}" type="presParOf" srcId="{7E570BC7-550D-4C8F-A856-1CEEC87D4CE7}" destId="{326BAB97-8A02-4F77-AD54-88A6C7FCE1B1}" srcOrd="3" destOrd="0" presId="urn:microsoft.com/office/officeart/2008/layout/LinedList"/>
    <dgm:cxn modelId="{FABEBDA2-97E0-4798-AB47-618F068169FE}" type="presParOf" srcId="{326BAB97-8A02-4F77-AD54-88A6C7FCE1B1}" destId="{C7D53E07-E49A-42FC-AF4E-82587AB5F53F}" srcOrd="0" destOrd="0" presId="urn:microsoft.com/office/officeart/2008/layout/LinedList"/>
    <dgm:cxn modelId="{9CFCABB8-6E53-44BD-A8AE-94B67069746E}" type="presParOf" srcId="{326BAB97-8A02-4F77-AD54-88A6C7FCE1B1}" destId="{F1C8866B-C7A1-4588-AB79-9CF0B78D151F}" srcOrd="1" destOrd="0" presId="urn:microsoft.com/office/officeart/2008/layout/LinedList"/>
    <dgm:cxn modelId="{BFCAB0F8-99EE-492C-9C7B-517CAC51F8FD}" type="presParOf" srcId="{7E570BC7-550D-4C8F-A856-1CEEC87D4CE7}" destId="{D334BD75-6C2F-426F-B9C7-14664DD1EA4E}" srcOrd="4" destOrd="0" presId="urn:microsoft.com/office/officeart/2008/layout/LinedList"/>
    <dgm:cxn modelId="{DBB34D01-5D4E-4D51-9F79-58CE76CCAAE0}" type="presParOf" srcId="{7E570BC7-550D-4C8F-A856-1CEEC87D4CE7}" destId="{3CE17298-1799-4901-9DB3-C20EA5715D60}" srcOrd="5" destOrd="0" presId="urn:microsoft.com/office/officeart/2008/layout/LinedList"/>
    <dgm:cxn modelId="{ED0E873F-CF0B-46EC-8B44-DB908E68A97D}" type="presParOf" srcId="{3CE17298-1799-4901-9DB3-C20EA5715D60}" destId="{A6EDF824-1ABC-413F-A84E-920B4DE24505}" srcOrd="0" destOrd="0" presId="urn:microsoft.com/office/officeart/2008/layout/LinedList"/>
    <dgm:cxn modelId="{10920D2A-1F37-4EF9-8F76-8B89DA33615B}" type="presParOf" srcId="{3CE17298-1799-4901-9DB3-C20EA5715D60}" destId="{291FBD76-4451-46E4-98F3-3311D65B530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33798FB-DA46-44F9-88F0-5FFCBC95B70D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C36D3B7-C2E4-4F8A-9B25-CB2E75507E40}">
      <dgm:prSet/>
      <dgm:spPr/>
      <dgm:t>
        <a:bodyPr/>
        <a:lstStyle/>
        <a:p>
          <a:r>
            <a:rPr lang="en-US"/>
            <a:t>P : « n est pair » ; Q : « n² est pair »</a:t>
          </a:r>
        </a:p>
      </dgm:t>
    </dgm:pt>
    <dgm:pt modelId="{94169F18-979E-4C70-BA82-06E3714FF2FD}" type="parTrans" cxnId="{7B770763-EBD3-4914-9310-E12C74431A00}">
      <dgm:prSet/>
      <dgm:spPr/>
      <dgm:t>
        <a:bodyPr/>
        <a:lstStyle/>
        <a:p>
          <a:endParaRPr lang="en-US"/>
        </a:p>
      </dgm:t>
    </dgm:pt>
    <dgm:pt modelId="{C50CF7B8-270E-4403-B782-C3D9C9B44C9C}" type="sibTrans" cxnId="{7B770763-EBD3-4914-9310-E12C74431A00}">
      <dgm:prSet/>
      <dgm:spPr/>
      <dgm:t>
        <a:bodyPr/>
        <a:lstStyle/>
        <a:p>
          <a:endParaRPr lang="en-US"/>
        </a:p>
      </dgm:t>
    </dgm:pt>
    <dgm:pt modelId="{1E26F9C4-38DE-4B6D-AE1A-EF2AD79BDFD8}">
      <dgm:prSet/>
      <dgm:spPr/>
      <dgm:t>
        <a:bodyPr/>
        <a:lstStyle/>
        <a:p>
          <a:r>
            <a:rPr lang="en-US"/>
            <a:t>Contraposée : ¬Q ⇒ ¬P, i.e., « si n² est impair alors n est impair »</a:t>
          </a:r>
        </a:p>
      </dgm:t>
    </dgm:pt>
    <dgm:pt modelId="{8E7EC7CE-272D-4730-ABEC-F1EFD4485A9A}" type="parTrans" cxnId="{DA67A897-8F7B-4BE9-A9A6-90B695F7716D}">
      <dgm:prSet/>
      <dgm:spPr/>
      <dgm:t>
        <a:bodyPr/>
        <a:lstStyle/>
        <a:p>
          <a:endParaRPr lang="en-US"/>
        </a:p>
      </dgm:t>
    </dgm:pt>
    <dgm:pt modelId="{638DE535-CF6A-424E-B58F-948AEC78F977}" type="sibTrans" cxnId="{DA67A897-8F7B-4BE9-A9A6-90B695F7716D}">
      <dgm:prSet/>
      <dgm:spPr/>
      <dgm:t>
        <a:bodyPr/>
        <a:lstStyle/>
        <a:p>
          <a:endParaRPr lang="en-US"/>
        </a:p>
      </dgm:t>
    </dgm:pt>
    <dgm:pt modelId="{91D823DF-81C7-4456-9C00-DF29D4D87B51}">
      <dgm:prSet/>
      <dgm:spPr/>
      <dgm:t>
        <a:bodyPr/>
        <a:lstStyle/>
        <a:p>
          <a:r>
            <a:rPr lang="en-US"/>
            <a:t>Démontrer cette forme est souvent plus naturelle</a:t>
          </a:r>
        </a:p>
      </dgm:t>
    </dgm:pt>
    <dgm:pt modelId="{63947A79-50B1-400F-AFE4-3B6CCF93225F}" type="parTrans" cxnId="{0DC278DB-E9E4-4F28-89B1-F621ED7D0C6C}">
      <dgm:prSet/>
      <dgm:spPr/>
      <dgm:t>
        <a:bodyPr/>
        <a:lstStyle/>
        <a:p>
          <a:endParaRPr lang="en-US"/>
        </a:p>
      </dgm:t>
    </dgm:pt>
    <dgm:pt modelId="{3E372CD8-C0B5-4C05-8532-902A6A850354}" type="sibTrans" cxnId="{0DC278DB-E9E4-4F28-89B1-F621ED7D0C6C}">
      <dgm:prSet/>
      <dgm:spPr/>
      <dgm:t>
        <a:bodyPr/>
        <a:lstStyle/>
        <a:p>
          <a:endParaRPr lang="en-US"/>
        </a:p>
      </dgm:t>
    </dgm:pt>
    <dgm:pt modelId="{ECC3F577-EE51-4680-B630-D75F83365E2D}" type="pres">
      <dgm:prSet presAssocID="{A33798FB-DA46-44F9-88F0-5FFCBC95B70D}" presName="vert0" presStyleCnt="0">
        <dgm:presLayoutVars>
          <dgm:dir/>
          <dgm:animOne val="branch"/>
          <dgm:animLvl val="lvl"/>
        </dgm:presLayoutVars>
      </dgm:prSet>
      <dgm:spPr/>
    </dgm:pt>
    <dgm:pt modelId="{BA095292-3F52-4F99-8FD8-A7518079C8CE}" type="pres">
      <dgm:prSet presAssocID="{EC36D3B7-C2E4-4F8A-9B25-CB2E75507E40}" presName="thickLine" presStyleLbl="alignNode1" presStyleIdx="0" presStyleCnt="3"/>
      <dgm:spPr/>
    </dgm:pt>
    <dgm:pt modelId="{0EC3E483-614A-478B-B929-62D05C97D031}" type="pres">
      <dgm:prSet presAssocID="{EC36D3B7-C2E4-4F8A-9B25-CB2E75507E40}" presName="horz1" presStyleCnt="0"/>
      <dgm:spPr/>
    </dgm:pt>
    <dgm:pt modelId="{C34A3CCE-2B61-48E1-9C32-94B611E643A7}" type="pres">
      <dgm:prSet presAssocID="{EC36D3B7-C2E4-4F8A-9B25-CB2E75507E40}" presName="tx1" presStyleLbl="revTx" presStyleIdx="0" presStyleCnt="3"/>
      <dgm:spPr/>
    </dgm:pt>
    <dgm:pt modelId="{58A6CF3F-790F-467C-AE95-53928A795A85}" type="pres">
      <dgm:prSet presAssocID="{EC36D3B7-C2E4-4F8A-9B25-CB2E75507E40}" presName="vert1" presStyleCnt="0"/>
      <dgm:spPr/>
    </dgm:pt>
    <dgm:pt modelId="{1A4B4C60-5463-45E1-9A6A-98F8FB9A385C}" type="pres">
      <dgm:prSet presAssocID="{1E26F9C4-38DE-4B6D-AE1A-EF2AD79BDFD8}" presName="thickLine" presStyleLbl="alignNode1" presStyleIdx="1" presStyleCnt="3"/>
      <dgm:spPr/>
    </dgm:pt>
    <dgm:pt modelId="{61DA8B41-D80F-4236-8EE1-25DE44FE08BB}" type="pres">
      <dgm:prSet presAssocID="{1E26F9C4-38DE-4B6D-AE1A-EF2AD79BDFD8}" presName="horz1" presStyleCnt="0"/>
      <dgm:spPr/>
    </dgm:pt>
    <dgm:pt modelId="{0067C488-191B-4CC1-A2A4-15F417EDF1EA}" type="pres">
      <dgm:prSet presAssocID="{1E26F9C4-38DE-4B6D-AE1A-EF2AD79BDFD8}" presName="tx1" presStyleLbl="revTx" presStyleIdx="1" presStyleCnt="3"/>
      <dgm:spPr/>
    </dgm:pt>
    <dgm:pt modelId="{81FCE5DE-65C4-43E8-962E-84E81B3E97E1}" type="pres">
      <dgm:prSet presAssocID="{1E26F9C4-38DE-4B6D-AE1A-EF2AD79BDFD8}" presName="vert1" presStyleCnt="0"/>
      <dgm:spPr/>
    </dgm:pt>
    <dgm:pt modelId="{C44E8EAA-7E00-4049-9C3F-6EB8FDAEAE15}" type="pres">
      <dgm:prSet presAssocID="{91D823DF-81C7-4456-9C00-DF29D4D87B51}" presName="thickLine" presStyleLbl="alignNode1" presStyleIdx="2" presStyleCnt="3"/>
      <dgm:spPr/>
    </dgm:pt>
    <dgm:pt modelId="{7AB7B173-AF5E-4BA4-85CD-E0AEABD12C46}" type="pres">
      <dgm:prSet presAssocID="{91D823DF-81C7-4456-9C00-DF29D4D87B51}" presName="horz1" presStyleCnt="0"/>
      <dgm:spPr/>
    </dgm:pt>
    <dgm:pt modelId="{20985756-DADC-4FD7-B337-85C258A2CC05}" type="pres">
      <dgm:prSet presAssocID="{91D823DF-81C7-4456-9C00-DF29D4D87B51}" presName="tx1" presStyleLbl="revTx" presStyleIdx="2" presStyleCnt="3"/>
      <dgm:spPr/>
    </dgm:pt>
    <dgm:pt modelId="{5C460920-B8E2-4638-9C37-C697F78FFF07}" type="pres">
      <dgm:prSet presAssocID="{91D823DF-81C7-4456-9C00-DF29D4D87B51}" presName="vert1" presStyleCnt="0"/>
      <dgm:spPr/>
    </dgm:pt>
  </dgm:ptLst>
  <dgm:cxnLst>
    <dgm:cxn modelId="{7B770763-EBD3-4914-9310-E12C74431A00}" srcId="{A33798FB-DA46-44F9-88F0-5FFCBC95B70D}" destId="{EC36D3B7-C2E4-4F8A-9B25-CB2E75507E40}" srcOrd="0" destOrd="0" parTransId="{94169F18-979E-4C70-BA82-06E3714FF2FD}" sibTransId="{C50CF7B8-270E-4403-B782-C3D9C9B44C9C}"/>
    <dgm:cxn modelId="{141F574F-729A-4683-B62F-799E0D846115}" type="presOf" srcId="{91D823DF-81C7-4456-9C00-DF29D4D87B51}" destId="{20985756-DADC-4FD7-B337-85C258A2CC05}" srcOrd="0" destOrd="0" presId="urn:microsoft.com/office/officeart/2008/layout/LinedList"/>
    <dgm:cxn modelId="{2B46E78F-E32F-42DC-940F-DEE15B43D31D}" type="presOf" srcId="{EC36D3B7-C2E4-4F8A-9B25-CB2E75507E40}" destId="{C34A3CCE-2B61-48E1-9C32-94B611E643A7}" srcOrd="0" destOrd="0" presId="urn:microsoft.com/office/officeart/2008/layout/LinedList"/>
    <dgm:cxn modelId="{C6805C96-6C27-4248-8AD6-EFE7DFFCEC65}" type="presOf" srcId="{A33798FB-DA46-44F9-88F0-5FFCBC95B70D}" destId="{ECC3F577-EE51-4680-B630-D75F83365E2D}" srcOrd="0" destOrd="0" presId="urn:microsoft.com/office/officeart/2008/layout/LinedList"/>
    <dgm:cxn modelId="{DA67A897-8F7B-4BE9-A9A6-90B695F7716D}" srcId="{A33798FB-DA46-44F9-88F0-5FFCBC95B70D}" destId="{1E26F9C4-38DE-4B6D-AE1A-EF2AD79BDFD8}" srcOrd="1" destOrd="0" parTransId="{8E7EC7CE-272D-4730-ABEC-F1EFD4485A9A}" sibTransId="{638DE535-CF6A-424E-B58F-948AEC78F977}"/>
    <dgm:cxn modelId="{11B70CD4-12E3-4484-8A41-4E0EA7CEA6D4}" type="presOf" srcId="{1E26F9C4-38DE-4B6D-AE1A-EF2AD79BDFD8}" destId="{0067C488-191B-4CC1-A2A4-15F417EDF1EA}" srcOrd="0" destOrd="0" presId="urn:microsoft.com/office/officeart/2008/layout/LinedList"/>
    <dgm:cxn modelId="{0DC278DB-E9E4-4F28-89B1-F621ED7D0C6C}" srcId="{A33798FB-DA46-44F9-88F0-5FFCBC95B70D}" destId="{91D823DF-81C7-4456-9C00-DF29D4D87B51}" srcOrd="2" destOrd="0" parTransId="{63947A79-50B1-400F-AFE4-3B6CCF93225F}" sibTransId="{3E372CD8-C0B5-4C05-8532-902A6A850354}"/>
    <dgm:cxn modelId="{A399D40A-D6B7-47BA-9EEF-69E829DE22A7}" type="presParOf" srcId="{ECC3F577-EE51-4680-B630-D75F83365E2D}" destId="{BA095292-3F52-4F99-8FD8-A7518079C8CE}" srcOrd="0" destOrd="0" presId="urn:microsoft.com/office/officeart/2008/layout/LinedList"/>
    <dgm:cxn modelId="{74D6863D-50B9-47CC-AC2E-26EBDC81D993}" type="presParOf" srcId="{ECC3F577-EE51-4680-B630-D75F83365E2D}" destId="{0EC3E483-614A-478B-B929-62D05C97D031}" srcOrd="1" destOrd="0" presId="urn:microsoft.com/office/officeart/2008/layout/LinedList"/>
    <dgm:cxn modelId="{82F19533-6672-43E4-92A6-79E0B8EB79D6}" type="presParOf" srcId="{0EC3E483-614A-478B-B929-62D05C97D031}" destId="{C34A3CCE-2B61-48E1-9C32-94B611E643A7}" srcOrd="0" destOrd="0" presId="urn:microsoft.com/office/officeart/2008/layout/LinedList"/>
    <dgm:cxn modelId="{97CF5A1F-72E5-4F41-A2A8-2DC001BD8FBF}" type="presParOf" srcId="{0EC3E483-614A-478B-B929-62D05C97D031}" destId="{58A6CF3F-790F-467C-AE95-53928A795A85}" srcOrd="1" destOrd="0" presId="urn:microsoft.com/office/officeart/2008/layout/LinedList"/>
    <dgm:cxn modelId="{61075169-6153-44F2-A582-27A0FDECA69B}" type="presParOf" srcId="{ECC3F577-EE51-4680-B630-D75F83365E2D}" destId="{1A4B4C60-5463-45E1-9A6A-98F8FB9A385C}" srcOrd="2" destOrd="0" presId="urn:microsoft.com/office/officeart/2008/layout/LinedList"/>
    <dgm:cxn modelId="{C55F779A-7658-451E-8617-98CFC1922C06}" type="presParOf" srcId="{ECC3F577-EE51-4680-B630-D75F83365E2D}" destId="{61DA8B41-D80F-4236-8EE1-25DE44FE08BB}" srcOrd="3" destOrd="0" presId="urn:microsoft.com/office/officeart/2008/layout/LinedList"/>
    <dgm:cxn modelId="{7591B951-44EE-4C84-8B90-B0EA74FE0FF2}" type="presParOf" srcId="{61DA8B41-D80F-4236-8EE1-25DE44FE08BB}" destId="{0067C488-191B-4CC1-A2A4-15F417EDF1EA}" srcOrd="0" destOrd="0" presId="urn:microsoft.com/office/officeart/2008/layout/LinedList"/>
    <dgm:cxn modelId="{641E05A3-19B3-4C40-AFBB-1AB48BB9361F}" type="presParOf" srcId="{61DA8B41-D80F-4236-8EE1-25DE44FE08BB}" destId="{81FCE5DE-65C4-43E8-962E-84E81B3E97E1}" srcOrd="1" destOrd="0" presId="urn:microsoft.com/office/officeart/2008/layout/LinedList"/>
    <dgm:cxn modelId="{82D978F5-1EC0-4536-B24C-862FAE85B8B2}" type="presParOf" srcId="{ECC3F577-EE51-4680-B630-D75F83365E2D}" destId="{C44E8EAA-7E00-4049-9C3F-6EB8FDAEAE15}" srcOrd="4" destOrd="0" presId="urn:microsoft.com/office/officeart/2008/layout/LinedList"/>
    <dgm:cxn modelId="{4F3973B5-97A6-46EE-A033-65426A93A0C8}" type="presParOf" srcId="{ECC3F577-EE51-4680-B630-D75F83365E2D}" destId="{7AB7B173-AF5E-4BA4-85CD-E0AEABD12C46}" srcOrd="5" destOrd="0" presId="urn:microsoft.com/office/officeart/2008/layout/LinedList"/>
    <dgm:cxn modelId="{2DFCB40D-0E80-427C-9064-E13EEBC01BC3}" type="presParOf" srcId="{7AB7B173-AF5E-4BA4-85CD-E0AEABD12C46}" destId="{20985756-DADC-4FD7-B337-85C258A2CC05}" srcOrd="0" destOrd="0" presId="urn:microsoft.com/office/officeart/2008/layout/LinedList"/>
    <dgm:cxn modelId="{562F8894-6094-49A8-B48E-B1B127F54C24}" type="presParOf" srcId="{7AB7B173-AF5E-4BA4-85CD-E0AEABD12C46}" destId="{5C460920-B8E2-4638-9C37-C697F78FFF0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B9E90F3-3363-48FD-90B7-5878F0343D28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2570E10-6951-4772-B57C-8847635D3B9E}">
      <dgm:prSet/>
      <dgm:spPr/>
      <dgm:t>
        <a:bodyPr/>
        <a:lstStyle/>
        <a:p>
          <a:r>
            <a:rPr lang="en-US"/>
            <a:t>Supposer a/(1+b)=b/(1+a) ET a≠b</a:t>
          </a:r>
        </a:p>
      </dgm:t>
    </dgm:pt>
    <dgm:pt modelId="{0A4798EB-BF29-4679-B0E7-13713E859964}" type="parTrans" cxnId="{A9EA9E50-7106-48C2-9B78-091FA1980191}">
      <dgm:prSet/>
      <dgm:spPr/>
      <dgm:t>
        <a:bodyPr/>
        <a:lstStyle/>
        <a:p>
          <a:endParaRPr lang="en-US"/>
        </a:p>
      </dgm:t>
    </dgm:pt>
    <dgm:pt modelId="{1A2DD476-4FCF-4AC7-B11D-B1A8F2872115}" type="sibTrans" cxnId="{A9EA9E50-7106-48C2-9B78-091FA1980191}">
      <dgm:prSet/>
      <dgm:spPr/>
      <dgm:t>
        <a:bodyPr/>
        <a:lstStyle/>
        <a:p>
          <a:endParaRPr lang="en-US"/>
        </a:p>
      </dgm:t>
    </dgm:pt>
    <dgm:pt modelId="{9B2F3D33-1725-40AD-BBB2-23CC60B6A9FF}">
      <dgm:prSet/>
      <dgm:spPr/>
      <dgm:t>
        <a:bodyPr/>
        <a:lstStyle/>
        <a:p>
          <a:r>
            <a:rPr lang="en-US"/>
            <a:t>Manipulations algébriques ⇒ contradiction (a+b=−1 impossible)</a:t>
          </a:r>
        </a:p>
      </dgm:t>
    </dgm:pt>
    <dgm:pt modelId="{9DF54BB0-B8E1-4301-94FA-05FB09D80047}" type="parTrans" cxnId="{3D977D6C-485F-4331-A1FC-78101171ED42}">
      <dgm:prSet/>
      <dgm:spPr/>
      <dgm:t>
        <a:bodyPr/>
        <a:lstStyle/>
        <a:p>
          <a:endParaRPr lang="en-US"/>
        </a:p>
      </dgm:t>
    </dgm:pt>
    <dgm:pt modelId="{E2CBD255-5265-4FDF-9063-725A0BED3BE9}" type="sibTrans" cxnId="{3D977D6C-485F-4331-A1FC-78101171ED42}">
      <dgm:prSet/>
      <dgm:spPr/>
      <dgm:t>
        <a:bodyPr/>
        <a:lstStyle/>
        <a:p>
          <a:endParaRPr lang="en-US"/>
        </a:p>
      </dgm:t>
    </dgm:pt>
    <dgm:pt modelId="{55A2A133-B146-46DD-8AC4-332898D56549}">
      <dgm:prSet/>
      <dgm:spPr/>
      <dgm:t>
        <a:bodyPr/>
        <a:lstStyle/>
        <a:p>
          <a:r>
            <a:rPr lang="en-US"/>
            <a:t>Donc a=b</a:t>
          </a:r>
        </a:p>
      </dgm:t>
    </dgm:pt>
    <dgm:pt modelId="{A0C9D90D-C6B7-4CC9-B95A-ED05F512B72F}" type="parTrans" cxnId="{B06B6EC0-D711-4C80-8B3C-415D71AAE012}">
      <dgm:prSet/>
      <dgm:spPr/>
      <dgm:t>
        <a:bodyPr/>
        <a:lstStyle/>
        <a:p>
          <a:endParaRPr lang="en-US"/>
        </a:p>
      </dgm:t>
    </dgm:pt>
    <dgm:pt modelId="{B22ACF00-F185-4F15-928D-464614C63407}" type="sibTrans" cxnId="{B06B6EC0-D711-4C80-8B3C-415D71AAE012}">
      <dgm:prSet/>
      <dgm:spPr/>
      <dgm:t>
        <a:bodyPr/>
        <a:lstStyle/>
        <a:p>
          <a:endParaRPr lang="en-US"/>
        </a:p>
      </dgm:t>
    </dgm:pt>
    <dgm:pt modelId="{726668DD-C873-43E4-8A6C-97C2F5F6FE89}" type="pres">
      <dgm:prSet presAssocID="{BB9E90F3-3363-48FD-90B7-5878F0343D28}" presName="vert0" presStyleCnt="0">
        <dgm:presLayoutVars>
          <dgm:dir/>
          <dgm:animOne val="branch"/>
          <dgm:animLvl val="lvl"/>
        </dgm:presLayoutVars>
      </dgm:prSet>
      <dgm:spPr/>
    </dgm:pt>
    <dgm:pt modelId="{FE39B180-BB70-44D8-B9D7-36C8356FE95A}" type="pres">
      <dgm:prSet presAssocID="{72570E10-6951-4772-B57C-8847635D3B9E}" presName="thickLine" presStyleLbl="alignNode1" presStyleIdx="0" presStyleCnt="3"/>
      <dgm:spPr/>
    </dgm:pt>
    <dgm:pt modelId="{A302439E-8EF0-4519-A820-BFA98BA191C3}" type="pres">
      <dgm:prSet presAssocID="{72570E10-6951-4772-B57C-8847635D3B9E}" presName="horz1" presStyleCnt="0"/>
      <dgm:spPr/>
    </dgm:pt>
    <dgm:pt modelId="{BDB58161-A10D-4AAD-A360-8F2520FCA2D7}" type="pres">
      <dgm:prSet presAssocID="{72570E10-6951-4772-B57C-8847635D3B9E}" presName="tx1" presStyleLbl="revTx" presStyleIdx="0" presStyleCnt="3"/>
      <dgm:spPr/>
    </dgm:pt>
    <dgm:pt modelId="{FD0F7115-4CAF-4FBB-96C0-FB75E59BC37F}" type="pres">
      <dgm:prSet presAssocID="{72570E10-6951-4772-B57C-8847635D3B9E}" presName="vert1" presStyleCnt="0"/>
      <dgm:spPr/>
    </dgm:pt>
    <dgm:pt modelId="{600CEF17-CE53-4399-A1C2-21636861E3D7}" type="pres">
      <dgm:prSet presAssocID="{9B2F3D33-1725-40AD-BBB2-23CC60B6A9FF}" presName="thickLine" presStyleLbl="alignNode1" presStyleIdx="1" presStyleCnt="3"/>
      <dgm:spPr/>
    </dgm:pt>
    <dgm:pt modelId="{632DE617-152E-4AA9-B6F5-54EAAD5E18CA}" type="pres">
      <dgm:prSet presAssocID="{9B2F3D33-1725-40AD-BBB2-23CC60B6A9FF}" presName="horz1" presStyleCnt="0"/>
      <dgm:spPr/>
    </dgm:pt>
    <dgm:pt modelId="{499E694F-D988-4693-B213-2C34103F89AF}" type="pres">
      <dgm:prSet presAssocID="{9B2F3D33-1725-40AD-BBB2-23CC60B6A9FF}" presName="tx1" presStyleLbl="revTx" presStyleIdx="1" presStyleCnt="3"/>
      <dgm:spPr/>
    </dgm:pt>
    <dgm:pt modelId="{29265977-9235-4A39-877A-24B5EE08CC02}" type="pres">
      <dgm:prSet presAssocID="{9B2F3D33-1725-40AD-BBB2-23CC60B6A9FF}" presName="vert1" presStyleCnt="0"/>
      <dgm:spPr/>
    </dgm:pt>
    <dgm:pt modelId="{55EB42FB-6E16-448A-A9E1-C4CFC0365F52}" type="pres">
      <dgm:prSet presAssocID="{55A2A133-B146-46DD-8AC4-332898D56549}" presName="thickLine" presStyleLbl="alignNode1" presStyleIdx="2" presStyleCnt="3"/>
      <dgm:spPr/>
    </dgm:pt>
    <dgm:pt modelId="{FD2E2AB1-65D4-40A9-86BA-33899183276A}" type="pres">
      <dgm:prSet presAssocID="{55A2A133-B146-46DD-8AC4-332898D56549}" presName="horz1" presStyleCnt="0"/>
      <dgm:spPr/>
    </dgm:pt>
    <dgm:pt modelId="{68A4B99B-8D1A-4F49-9BE0-546EFF78F393}" type="pres">
      <dgm:prSet presAssocID="{55A2A133-B146-46DD-8AC4-332898D56549}" presName="tx1" presStyleLbl="revTx" presStyleIdx="2" presStyleCnt="3"/>
      <dgm:spPr/>
    </dgm:pt>
    <dgm:pt modelId="{C69D3EB3-113C-42B0-9B1C-283D1618B639}" type="pres">
      <dgm:prSet presAssocID="{55A2A133-B146-46DD-8AC4-332898D56549}" presName="vert1" presStyleCnt="0"/>
      <dgm:spPr/>
    </dgm:pt>
  </dgm:ptLst>
  <dgm:cxnLst>
    <dgm:cxn modelId="{3D977D6C-485F-4331-A1FC-78101171ED42}" srcId="{BB9E90F3-3363-48FD-90B7-5878F0343D28}" destId="{9B2F3D33-1725-40AD-BBB2-23CC60B6A9FF}" srcOrd="1" destOrd="0" parTransId="{9DF54BB0-B8E1-4301-94FA-05FB09D80047}" sibTransId="{E2CBD255-5265-4FDF-9063-725A0BED3BE9}"/>
    <dgm:cxn modelId="{C226126D-62AB-4247-930A-A0277BD117F3}" type="presOf" srcId="{55A2A133-B146-46DD-8AC4-332898D56549}" destId="{68A4B99B-8D1A-4F49-9BE0-546EFF78F393}" srcOrd="0" destOrd="0" presId="urn:microsoft.com/office/officeart/2008/layout/LinedList"/>
    <dgm:cxn modelId="{BB2B744F-6CB3-4736-8C62-FDE186FDE81B}" type="presOf" srcId="{BB9E90F3-3363-48FD-90B7-5878F0343D28}" destId="{726668DD-C873-43E4-8A6C-97C2F5F6FE89}" srcOrd="0" destOrd="0" presId="urn:microsoft.com/office/officeart/2008/layout/LinedList"/>
    <dgm:cxn modelId="{A9EA9E50-7106-48C2-9B78-091FA1980191}" srcId="{BB9E90F3-3363-48FD-90B7-5878F0343D28}" destId="{72570E10-6951-4772-B57C-8847635D3B9E}" srcOrd="0" destOrd="0" parTransId="{0A4798EB-BF29-4679-B0E7-13713E859964}" sibTransId="{1A2DD476-4FCF-4AC7-B11D-B1A8F2872115}"/>
    <dgm:cxn modelId="{41AA4C59-B8F1-474B-8C03-C7E6B7088969}" type="presOf" srcId="{9B2F3D33-1725-40AD-BBB2-23CC60B6A9FF}" destId="{499E694F-D988-4693-B213-2C34103F89AF}" srcOrd="0" destOrd="0" presId="urn:microsoft.com/office/officeart/2008/layout/LinedList"/>
    <dgm:cxn modelId="{45919BBC-59C6-42B5-86DF-A0F3B8D49B2B}" type="presOf" srcId="{72570E10-6951-4772-B57C-8847635D3B9E}" destId="{BDB58161-A10D-4AAD-A360-8F2520FCA2D7}" srcOrd="0" destOrd="0" presId="urn:microsoft.com/office/officeart/2008/layout/LinedList"/>
    <dgm:cxn modelId="{B06B6EC0-D711-4C80-8B3C-415D71AAE012}" srcId="{BB9E90F3-3363-48FD-90B7-5878F0343D28}" destId="{55A2A133-B146-46DD-8AC4-332898D56549}" srcOrd="2" destOrd="0" parTransId="{A0C9D90D-C6B7-4CC9-B95A-ED05F512B72F}" sibTransId="{B22ACF00-F185-4F15-928D-464614C63407}"/>
    <dgm:cxn modelId="{E0F70749-9C78-41F6-AA7C-94590AB2794F}" type="presParOf" srcId="{726668DD-C873-43E4-8A6C-97C2F5F6FE89}" destId="{FE39B180-BB70-44D8-B9D7-36C8356FE95A}" srcOrd="0" destOrd="0" presId="urn:microsoft.com/office/officeart/2008/layout/LinedList"/>
    <dgm:cxn modelId="{664ABB90-B814-4FEF-ABFA-2C6EE3B0E6E8}" type="presParOf" srcId="{726668DD-C873-43E4-8A6C-97C2F5F6FE89}" destId="{A302439E-8EF0-4519-A820-BFA98BA191C3}" srcOrd="1" destOrd="0" presId="urn:microsoft.com/office/officeart/2008/layout/LinedList"/>
    <dgm:cxn modelId="{23974661-DC1E-479A-B221-281C32050696}" type="presParOf" srcId="{A302439E-8EF0-4519-A820-BFA98BA191C3}" destId="{BDB58161-A10D-4AAD-A360-8F2520FCA2D7}" srcOrd="0" destOrd="0" presId="urn:microsoft.com/office/officeart/2008/layout/LinedList"/>
    <dgm:cxn modelId="{DFC78B55-33F2-4366-B3C2-766EF74F3F76}" type="presParOf" srcId="{A302439E-8EF0-4519-A820-BFA98BA191C3}" destId="{FD0F7115-4CAF-4FBB-96C0-FB75E59BC37F}" srcOrd="1" destOrd="0" presId="urn:microsoft.com/office/officeart/2008/layout/LinedList"/>
    <dgm:cxn modelId="{5B61A3ED-11C6-4AA6-A2FC-B6B7A0046D17}" type="presParOf" srcId="{726668DD-C873-43E4-8A6C-97C2F5F6FE89}" destId="{600CEF17-CE53-4399-A1C2-21636861E3D7}" srcOrd="2" destOrd="0" presId="urn:microsoft.com/office/officeart/2008/layout/LinedList"/>
    <dgm:cxn modelId="{EBB532D2-B6C1-4541-9AA0-7C41B1FD96EC}" type="presParOf" srcId="{726668DD-C873-43E4-8A6C-97C2F5F6FE89}" destId="{632DE617-152E-4AA9-B6F5-54EAAD5E18CA}" srcOrd="3" destOrd="0" presId="urn:microsoft.com/office/officeart/2008/layout/LinedList"/>
    <dgm:cxn modelId="{DFDF29A1-57B0-4E67-8E39-DF604BE0FB59}" type="presParOf" srcId="{632DE617-152E-4AA9-B6F5-54EAAD5E18CA}" destId="{499E694F-D988-4693-B213-2C34103F89AF}" srcOrd="0" destOrd="0" presId="urn:microsoft.com/office/officeart/2008/layout/LinedList"/>
    <dgm:cxn modelId="{3E280021-548F-4B06-83C8-19D83AD4DE08}" type="presParOf" srcId="{632DE617-152E-4AA9-B6F5-54EAAD5E18CA}" destId="{29265977-9235-4A39-877A-24B5EE08CC02}" srcOrd="1" destOrd="0" presId="urn:microsoft.com/office/officeart/2008/layout/LinedList"/>
    <dgm:cxn modelId="{5D22FFC2-4BFE-4440-BCD0-05C4DF9D9002}" type="presParOf" srcId="{726668DD-C873-43E4-8A6C-97C2F5F6FE89}" destId="{55EB42FB-6E16-448A-A9E1-C4CFC0365F52}" srcOrd="4" destOrd="0" presId="urn:microsoft.com/office/officeart/2008/layout/LinedList"/>
    <dgm:cxn modelId="{0E7EFCE4-8ABB-441A-9991-F913E6BC13E8}" type="presParOf" srcId="{726668DD-C873-43E4-8A6C-97C2F5F6FE89}" destId="{FD2E2AB1-65D4-40A9-86BA-33899183276A}" srcOrd="5" destOrd="0" presId="urn:microsoft.com/office/officeart/2008/layout/LinedList"/>
    <dgm:cxn modelId="{A23D889D-9693-4F26-89AC-4036DB477E3B}" type="presParOf" srcId="{FD2E2AB1-65D4-40A9-86BA-33899183276A}" destId="{68A4B99B-8D1A-4F49-9BE0-546EFF78F393}" srcOrd="0" destOrd="0" presId="urn:microsoft.com/office/officeart/2008/layout/LinedList"/>
    <dgm:cxn modelId="{7C1BEC00-9B32-41C1-9771-AB37360D66E5}" type="presParOf" srcId="{FD2E2AB1-65D4-40A9-86BA-33899183276A}" destId="{C69D3EB3-113C-42B0-9B1C-283D1618B63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B633BF8-E8FB-447B-9586-9244855C07C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8ABA829-BB8D-443D-B907-9AA7FDE0AC99}">
      <dgm:prSet/>
      <dgm:spPr/>
      <dgm:t>
        <a:bodyPr/>
        <a:lstStyle/>
        <a:p>
          <a:r>
            <a:rPr lang="en-US"/>
            <a:t>Pour « ∀x P(x) », un seul x qui viole P suffit à réfuter</a:t>
          </a:r>
        </a:p>
      </dgm:t>
    </dgm:pt>
    <dgm:pt modelId="{8C557339-5685-47FE-A2B2-7515CE520C3D}" type="parTrans" cxnId="{B4536475-2CB2-45DA-A54D-C9CCA8FCF0C4}">
      <dgm:prSet/>
      <dgm:spPr/>
      <dgm:t>
        <a:bodyPr/>
        <a:lstStyle/>
        <a:p>
          <a:endParaRPr lang="en-US"/>
        </a:p>
      </dgm:t>
    </dgm:pt>
    <dgm:pt modelId="{D54741EE-C3D8-4416-98AB-2AF43FD57C74}" type="sibTrans" cxnId="{B4536475-2CB2-45DA-A54D-C9CCA8FCF0C4}">
      <dgm:prSet/>
      <dgm:spPr/>
      <dgm:t>
        <a:bodyPr/>
        <a:lstStyle/>
        <a:p>
          <a:endParaRPr lang="en-US"/>
        </a:p>
      </dgm:t>
    </dgm:pt>
    <dgm:pt modelId="{BBEEAFEC-5FB5-4C48-972B-C7FE8B44F076}">
      <dgm:prSet/>
      <dgm:spPr/>
      <dgm:t>
        <a:bodyPr/>
        <a:lstStyle/>
        <a:p>
          <a:r>
            <a:rPr lang="en-US"/>
            <a:t>Ex : « Tout entier positif est somme de trois carrés » — 7 est un contre-exemple</a:t>
          </a:r>
        </a:p>
      </dgm:t>
    </dgm:pt>
    <dgm:pt modelId="{9155D124-68C1-4237-B122-06B30D2C984A}" type="parTrans" cxnId="{14D5424C-52A6-49D9-BC8F-8CC12F59E4EF}">
      <dgm:prSet/>
      <dgm:spPr/>
      <dgm:t>
        <a:bodyPr/>
        <a:lstStyle/>
        <a:p>
          <a:endParaRPr lang="en-US"/>
        </a:p>
      </dgm:t>
    </dgm:pt>
    <dgm:pt modelId="{1B09D140-5780-4E07-AC82-C4640986719E}" type="sibTrans" cxnId="{14D5424C-52A6-49D9-BC8F-8CC12F59E4EF}">
      <dgm:prSet/>
      <dgm:spPr/>
      <dgm:t>
        <a:bodyPr/>
        <a:lstStyle/>
        <a:p>
          <a:endParaRPr lang="en-US"/>
        </a:p>
      </dgm:t>
    </dgm:pt>
    <dgm:pt modelId="{E5863935-94D8-470E-B6D0-7D4B7128D7F8}" type="pres">
      <dgm:prSet presAssocID="{1B633BF8-E8FB-447B-9586-9244855C07C4}" presName="linear" presStyleCnt="0">
        <dgm:presLayoutVars>
          <dgm:animLvl val="lvl"/>
          <dgm:resizeHandles val="exact"/>
        </dgm:presLayoutVars>
      </dgm:prSet>
      <dgm:spPr/>
    </dgm:pt>
    <dgm:pt modelId="{5A77BEEA-6B4E-465F-A604-6374D7E9265C}" type="pres">
      <dgm:prSet presAssocID="{C8ABA829-BB8D-443D-B907-9AA7FDE0AC9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309D239-F725-4F1E-B285-D96FE1FBC89C}" type="pres">
      <dgm:prSet presAssocID="{D54741EE-C3D8-4416-98AB-2AF43FD57C74}" presName="spacer" presStyleCnt="0"/>
      <dgm:spPr/>
    </dgm:pt>
    <dgm:pt modelId="{F0EF36CE-9290-45AC-88D1-4BFE2ADED02A}" type="pres">
      <dgm:prSet presAssocID="{BBEEAFEC-5FB5-4C48-972B-C7FE8B44F07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F3EAF43-97B1-4F70-88C7-A95C50E27063}" type="presOf" srcId="{C8ABA829-BB8D-443D-B907-9AA7FDE0AC99}" destId="{5A77BEEA-6B4E-465F-A604-6374D7E9265C}" srcOrd="0" destOrd="0" presId="urn:microsoft.com/office/officeart/2005/8/layout/vList2"/>
    <dgm:cxn modelId="{14D5424C-52A6-49D9-BC8F-8CC12F59E4EF}" srcId="{1B633BF8-E8FB-447B-9586-9244855C07C4}" destId="{BBEEAFEC-5FB5-4C48-972B-C7FE8B44F076}" srcOrd="1" destOrd="0" parTransId="{9155D124-68C1-4237-B122-06B30D2C984A}" sibTransId="{1B09D140-5780-4E07-AC82-C4640986719E}"/>
    <dgm:cxn modelId="{B4536475-2CB2-45DA-A54D-C9CCA8FCF0C4}" srcId="{1B633BF8-E8FB-447B-9586-9244855C07C4}" destId="{C8ABA829-BB8D-443D-B907-9AA7FDE0AC99}" srcOrd="0" destOrd="0" parTransId="{8C557339-5685-47FE-A2B2-7515CE520C3D}" sibTransId="{D54741EE-C3D8-4416-98AB-2AF43FD57C74}"/>
    <dgm:cxn modelId="{44ED53BE-CF06-4531-AB38-4C88B88D3032}" type="presOf" srcId="{1B633BF8-E8FB-447B-9586-9244855C07C4}" destId="{E5863935-94D8-470E-B6D0-7D4B7128D7F8}" srcOrd="0" destOrd="0" presId="urn:microsoft.com/office/officeart/2005/8/layout/vList2"/>
    <dgm:cxn modelId="{B2825FD7-2EBD-49BA-9A24-AEEF9B401E66}" type="presOf" srcId="{BBEEAFEC-5FB5-4C48-972B-C7FE8B44F076}" destId="{F0EF36CE-9290-45AC-88D1-4BFE2ADED02A}" srcOrd="0" destOrd="0" presId="urn:microsoft.com/office/officeart/2005/8/layout/vList2"/>
    <dgm:cxn modelId="{B0E769FF-EFE8-415C-8A21-3CE86C4AEFA4}" type="presParOf" srcId="{E5863935-94D8-470E-B6D0-7D4B7128D7F8}" destId="{5A77BEEA-6B4E-465F-A604-6374D7E9265C}" srcOrd="0" destOrd="0" presId="urn:microsoft.com/office/officeart/2005/8/layout/vList2"/>
    <dgm:cxn modelId="{8F77EB22-A164-40F2-AB5F-8B37647C7785}" type="presParOf" srcId="{E5863935-94D8-470E-B6D0-7D4B7128D7F8}" destId="{D309D239-F725-4F1E-B285-D96FE1FBC89C}" srcOrd="1" destOrd="0" presId="urn:microsoft.com/office/officeart/2005/8/layout/vList2"/>
    <dgm:cxn modelId="{B05567B4-01DF-437E-94E1-EE64C4B1E4DD}" type="presParOf" srcId="{E5863935-94D8-470E-B6D0-7D4B7128D7F8}" destId="{F0EF36CE-9290-45AC-88D1-4BFE2ADED02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594AD4D-4232-437C-A99E-B0F6FF6B1310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A246457-CB2B-41E3-9D6F-A7FD1991250D}">
      <dgm:prSet/>
      <dgm:spPr/>
      <dgm:t>
        <a:bodyPr/>
        <a:lstStyle/>
        <a:p>
          <a:r>
            <a:rPr lang="en-US"/>
            <a:t>Principe</a:t>
          </a:r>
        </a:p>
      </dgm:t>
    </dgm:pt>
    <dgm:pt modelId="{746C00AC-1147-4FA4-ABDE-CD599612785F}" type="parTrans" cxnId="{CE271682-5C46-4CA2-AD26-CCAABE9EC189}">
      <dgm:prSet/>
      <dgm:spPr/>
      <dgm:t>
        <a:bodyPr/>
        <a:lstStyle/>
        <a:p>
          <a:endParaRPr lang="en-US"/>
        </a:p>
      </dgm:t>
    </dgm:pt>
    <dgm:pt modelId="{2175208D-3290-49AD-9B1B-AA00E12B05D2}" type="sibTrans" cxnId="{CE271682-5C46-4CA2-AD26-CCAABE9EC189}">
      <dgm:prSet/>
      <dgm:spPr/>
      <dgm:t>
        <a:bodyPr/>
        <a:lstStyle/>
        <a:p>
          <a:endParaRPr lang="en-US"/>
        </a:p>
      </dgm:t>
    </dgm:pt>
    <dgm:pt modelId="{44E02978-AE61-460B-9CAC-5DEFBCF9182B}">
      <dgm:prSet/>
      <dgm:spPr/>
      <dgm:t>
        <a:bodyPr/>
        <a:lstStyle/>
        <a:p>
          <a:r>
            <a:rPr lang="en-US"/>
            <a:t>Initialisation (n0) ; Hérédité (n→n+1) ; Conclusion</a:t>
          </a:r>
        </a:p>
      </dgm:t>
    </dgm:pt>
    <dgm:pt modelId="{6D165F17-D510-4452-9FB6-6E51F314CD8F}" type="parTrans" cxnId="{C9536311-1034-48EB-827C-C771F07D573B}">
      <dgm:prSet/>
      <dgm:spPr/>
      <dgm:t>
        <a:bodyPr/>
        <a:lstStyle/>
        <a:p>
          <a:endParaRPr lang="en-US"/>
        </a:p>
      </dgm:t>
    </dgm:pt>
    <dgm:pt modelId="{939C8B71-1883-4B27-93BA-99E8EC32AEA8}" type="sibTrans" cxnId="{C9536311-1034-48EB-827C-C771F07D573B}">
      <dgm:prSet/>
      <dgm:spPr/>
      <dgm:t>
        <a:bodyPr/>
        <a:lstStyle/>
        <a:p>
          <a:endParaRPr lang="en-US"/>
        </a:p>
      </dgm:t>
    </dgm:pt>
    <dgm:pt modelId="{32B01EAA-797F-4737-892D-6B74D07FEEB2}">
      <dgm:prSet/>
      <dgm:spPr/>
      <dgm:t>
        <a:bodyPr/>
        <a:lstStyle/>
        <a:p>
          <a:r>
            <a:rPr lang="en-US"/>
            <a:t>Exemple simple</a:t>
          </a:r>
        </a:p>
      </dgm:t>
    </dgm:pt>
    <dgm:pt modelId="{B01F0D24-D121-4C09-A984-319B7A68F559}" type="parTrans" cxnId="{8FFC546C-422B-4A1A-9DA1-01A616108EE6}">
      <dgm:prSet/>
      <dgm:spPr/>
      <dgm:t>
        <a:bodyPr/>
        <a:lstStyle/>
        <a:p>
          <a:endParaRPr lang="en-US"/>
        </a:p>
      </dgm:t>
    </dgm:pt>
    <dgm:pt modelId="{DCCB8762-B620-4731-9B59-16A1B9282538}" type="sibTrans" cxnId="{8FFC546C-422B-4A1A-9DA1-01A616108EE6}">
      <dgm:prSet/>
      <dgm:spPr/>
      <dgm:t>
        <a:bodyPr/>
        <a:lstStyle/>
        <a:p>
          <a:endParaRPr lang="en-US"/>
        </a:p>
      </dgm:t>
    </dgm:pt>
    <dgm:pt modelId="{9BF46576-5BB5-402D-9B35-E54226BED9CB}">
      <dgm:prSet/>
      <dgm:spPr/>
      <dgm:t>
        <a:bodyPr/>
        <a:lstStyle/>
        <a:p>
          <a:r>
            <a:rPr lang="en-US"/>
            <a:t>2^n &gt; n pour n≥0 ; ou somme 1+2+…+n = n(n+1)/2</a:t>
          </a:r>
        </a:p>
      </dgm:t>
    </dgm:pt>
    <dgm:pt modelId="{BC3A8C04-C952-48E6-A06E-A6A0F19AC482}" type="parTrans" cxnId="{720711E3-95B7-4130-BE44-7B0BFBB9CBFE}">
      <dgm:prSet/>
      <dgm:spPr/>
      <dgm:t>
        <a:bodyPr/>
        <a:lstStyle/>
        <a:p>
          <a:endParaRPr lang="en-US"/>
        </a:p>
      </dgm:t>
    </dgm:pt>
    <dgm:pt modelId="{28CD89EF-8731-4193-87DA-CF8B78245BC8}" type="sibTrans" cxnId="{720711E3-95B7-4130-BE44-7B0BFBB9CBFE}">
      <dgm:prSet/>
      <dgm:spPr/>
      <dgm:t>
        <a:bodyPr/>
        <a:lstStyle/>
        <a:p>
          <a:endParaRPr lang="en-US"/>
        </a:p>
      </dgm:t>
    </dgm:pt>
    <dgm:pt modelId="{E9111F53-434F-4780-991F-CEC0A3BE2DD9}" type="pres">
      <dgm:prSet presAssocID="{6594AD4D-4232-437C-A99E-B0F6FF6B1310}" presName="linear" presStyleCnt="0">
        <dgm:presLayoutVars>
          <dgm:dir/>
          <dgm:animLvl val="lvl"/>
          <dgm:resizeHandles val="exact"/>
        </dgm:presLayoutVars>
      </dgm:prSet>
      <dgm:spPr/>
    </dgm:pt>
    <dgm:pt modelId="{14CD50A8-5C52-4D1F-A3DC-AC252D4E7020}" type="pres">
      <dgm:prSet presAssocID="{5A246457-CB2B-41E3-9D6F-A7FD1991250D}" presName="parentLin" presStyleCnt="0"/>
      <dgm:spPr/>
    </dgm:pt>
    <dgm:pt modelId="{0F366D0E-EB60-4415-9898-F11FF13151BA}" type="pres">
      <dgm:prSet presAssocID="{5A246457-CB2B-41E3-9D6F-A7FD1991250D}" presName="parentLeftMargin" presStyleLbl="node1" presStyleIdx="0" presStyleCnt="2"/>
      <dgm:spPr/>
    </dgm:pt>
    <dgm:pt modelId="{BD09BD05-CDC7-49E3-B803-0D579B14A921}" type="pres">
      <dgm:prSet presAssocID="{5A246457-CB2B-41E3-9D6F-A7FD1991250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68AC1A3-5733-4B77-B37D-256C00E89AB7}" type="pres">
      <dgm:prSet presAssocID="{5A246457-CB2B-41E3-9D6F-A7FD1991250D}" presName="negativeSpace" presStyleCnt="0"/>
      <dgm:spPr/>
    </dgm:pt>
    <dgm:pt modelId="{C8A64C75-F80A-4FAE-925E-77CB6715A22C}" type="pres">
      <dgm:prSet presAssocID="{5A246457-CB2B-41E3-9D6F-A7FD1991250D}" presName="childText" presStyleLbl="conFgAcc1" presStyleIdx="0" presStyleCnt="2">
        <dgm:presLayoutVars>
          <dgm:bulletEnabled val="1"/>
        </dgm:presLayoutVars>
      </dgm:prSet>
      <dgm:spPr/>
    </dgm:pt>
    <dgm:pt modelId="{08FD35C9-3659-4B7F-B28C-3A632CEC3D4F}" type="pres">
      <dgm:prSet presAssocID="{2175208D-3290-49AD-9B1B-AA00E12B05D2}" presName="spaceBetweenRectangles" presStyleCnt="0"/>
      <dgm:spPr/>
    </dgm:pt>
    <dgm:pt modelId="{66076834-CF07-4E75-B7D3-7FCFAC2DFC3E}" type="pres">
      <dgm:prSet presAssocID="{32B01EAA-797F-4737-892D-6B74D07FEEB2}" presName="parentLin" presStyleCnt="0"/>
      <dgm:spPr/>
    </dgm:pt>
    <dgm:pt modelId="{F5F1904F-3CBA-4937-BF65-D5FEB994A98B}" type="pres">
      <dgm:prSet presAssocID="{32B01EAA-797F-4737-892D-6B74D07FEEB2}" presName="parentLeftMargin" presStyleLbl="node1" presStyleIdx="0" presStyleCnt="2"/>
      <dgm:spPr/>
    </dgm:pt>
    <dgm:pt modelId="{EBEE72C3-1863-42B9-BF72-CC0A790F70DC}" type="pres">
      <dgm:prSet presAssocID="{32B01EAA-797F-4737-892D-6B74D07FEEB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4ACF954-4251-4D28-BB5B-8B38253544C0}" type="pres">
      <dgm:prSet presAssocID="{32B01EAA-797F-4737-892D-6B74D07FEEB2}" presName="negativeSpace" presStyleCnt="0"/>
      <dgm:spPr/>
    </dgm:pt>
    <dgm:pt modelId="{891D85D0-2E5E-4A8C-95A5-AAC0421B92C3}" type="pres">
      <dgm:prSet presAssocID="{32B01EAA-797F-4737-892D-6B74D07FEEB2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4321D0A-8697-4191-BC28-63CE5CF0357E}" type="presOf" srcId="{44E02978-AE61-460B-9CAC-5DEFBCF9182B}" destId="{C8A64C75-F80A-4FAE-925E-77CB6715A22C}" srcOrd="0" destOrd="0" presId="urn:microsoft.com/office/officeart/2005/8/layout/list1"/>
    <dgm:cxn modelId="{C9536311-1034-48EB-827C-C771F07D573B}" srcId="{5A246457-CB2B-41E3-9D6F-A7FD1991250D}" destId="{44E02978-AE61-460B-9CAC-5DEFBCF9182B}" srcOrd="0" destOrd="0" parTransId="{6D165F17-D510-4452-9FB6-6E51F314CD8F}" sibTransId="{939C8B71-1883-4B27-93BA-99E8EC32AEA8}"/>
    <dgm:cxn modelId="{37258E35-6384-4191-BF00-08E3909ED0D2}" type="presOf" srcId="{32B01EAA-797F-4737-892D-6B74D07FEEB2}" destId="{F5F1904F-3CBA-4937-BF65-D5FEB994A98B}" srcOrd="0" destOrd="0" presId="urn:microsoft.com/office/officeart/2005/8/layout/list1"/>
    <dgm:cxn modelId="{D166D83D-CA04-4948-8E13-ECDF45B29E01}" type="presOf" srcId="{9BF46576-5BB5-402D-9B35-E54226BED9CB}" destId="{891D85D0-2E5E-4A8C-95A5-AAC0421B92C3}" srcOrd="0" destOrd="0" presId="urn:microsoft.com/office/officeart/2005/8/layout/list1"/>
    <dgm:cxn modelId="{A88A9364-BD99-4BB0-A538-FEAAA91B86DF}" type="presOf" srcId="{5A246457-CB2B-41E3-9D6F-A7FD1991250D}" destId="{0F366D0E-EB60-4415-9898-F11FF13151BA}" srcOrd="0" destOrd="0" presId="urn:microsoft.com/office/officeart/2005/8/layout/list1"/>
    <dgm:cxn modelId="{EB2B6049-7DCA-4AF3-8BBB-601FCE16F299}" type="presOf" srcId="{5A246457-CB2B-41E3-9D6F-A7FD1991250D}" destId="{BD09BD05-CDC7-49E3-B803-0D579B14A921}" srcOrd="1" destOrd="0" presId="urn:microsoft.com/office/officeart/2005/8/layout/list1"/>
    <dgm:cxn modelId="{8FFC546C-422B-4A1A-9DA1-01A616108EE6}" srcId="{6594AD4D-4232-437C-A99E-B0F6FF6B1310}" destId="{32B01EAA-797F-4737-892D-6B74D07FEEB2}" srcOrd="1" destOrd="0" parTransId="{B01F0D24-D121-4C09-A984-319B7A68F559}" sibTransId="{DCCB8762-B620-4731-9B59-16A1B9282538}"/>
    <dgm:cxn modelId="{5886A250-9DC2-4A1E-BEFD-C8311FC68199}" type="presOf" srcId="{32B01EAA-797F-4737-892D-6B74D07FEEB2}" destId="{EBEE72C3-1863-42B9-BF72-CC0A790F70DC}" srcOrd="1" destOrd="0" presId="urn:microsoft.com/office/officeart/2005/8/layout/list1"/>
    <dgm:cxn modelId="{CE271682-5C46-4CA2-AD26-CCAABE9EC189}" srcId="{6594AD4D-4232-437C-A99E-B0F6FF6B1310}" destId="{5A246457-CB2B-41E3-9D6F-A7FD1991250D}" srcOrd="0" destOrd="0" parTransId="{746C00AC-1147-4FA4-ABDE-CD599612785F}" sibTransId="{2175208D-3290-49AD-9B1B-AA00E12B05D2}"/>
    <dgm:cxn modelId="{35E6ED9A-6419-40CC-A531-DB8394910DCF}" type="presOf" srcId="{6594AD4D-4232-437C-A99E-B0F6FF6B1310}" destId="{E9111F53-434F-4780-991F-CEC0A3BE2DD9}" srcOrd="0" destOrd="0" presId="urn:microsoft.com/office/officeart/2005/8/layout/list1"/>
    <dgm:cxn modelId="{720711E3-95B7-4130-BE44-7B0BFBB9CBFE}" srcId="{32B01EAA-797F-4737-892D-6B74D07FEEB2}" destId="{9BF46576-5BB5-402D-9B35-E54226BED9CB}" srcOrd="0" destOrd="0" parTransId="{BC3A8C04-C952-48E6-A06E-A6A0F19AC482}" sibTransId="{28CD89EF-8731-4193-87DA-CF8B78245BC8}"/>
    <dgm:cxn modelId="{FDB61B21-A5DC-4245-898C-50B54DD9C09D}" type="presParOf" srcId="{E9111F53-434F-4780-991F-CEC0A3BE2DD9}" destId="{14CD50A8-5C52-4D1F-A3DC-AC252D4E7020}" srcOrd="0" destOrd="0" presId="urn:microsoft.com/office/officeart/2005/8/layout/list1"/>
    <dgm:cxn modelId="{73F11D94-AFE5-4487-B30A-E3AEF3581929}" type="presParOf" srcId="{14CD50A8-5C52-4D1F-A3DC-AC252D4E7020}" destId="{0F366D0E-EB60-4415-9898-F11FF13151BA}" srcOrd="0" destOrd="0" presId="urn:microsoft.com/office/officeart/2005/8/layout/list1"/>
    <dgm:cxn modelId="{39AFB665-EC5B-4164-900F-C8DDC44A43B0}" type="presParOf" srcId="{14CD50A8-5C52-4D1F-A3DC-AC252D4E7020}" destId="{BD09BD05-CDC7-49E3-B803-0D579B14A921}" srcOrd="1" destOrd="0" presId="urn:microsoft.com/office/officeart/2005/8/layout/list1"/>
    <dgm:cxn modelId="{E197B81C-E0CD-4AB7-81CF-3F7638F7B243}" type="presParOf" srcId="{E9111F53-434F-4780-991F-CEC0A3BE2DD9}" destId="{F68AC1A3-5733-4B77-B37D-256C00E89AB7}" srcOrd="1" destOrd="0" presId="urn:microsoft.com/office/officeart/2005/8/layout/list1"/>
    <dgm:cxn modelId="{775AF6B7-ACDE-49E8-A45C-70655CD2AC96}" type="presParOf" srcId="{E9111F53-434F-4780-991F-CEC0A3BE2DD9}" destId="{C8A64C75-F80A-4FAE-925E-77CB6715A22C}" srcOrd="2" destOrd="0" presId="urn:microsoft.com/office/officeart/2005/8/layout/list1"/>
    <dgm:cxn modelId="{44E18BD9-F207-444F-B138-F276A33BB1A1}" type="presParOf" srcId="{E9111F53-434F-4780-991F-CEC0A3BE2DD9}" destId="{08FD35C9-3659-4B7F-B28C-3A632CEC3D4F}" srcOrd="3" destOrd="0" presId="urn:microsoft.com/office/officeart/2005/8/layout/list1"/>
    <dgm:cxn modelId="{1EFDDAB9-1BC5-4D51-AE8F-6B8BB2F3AC53}" type="presParOf" srcId="{E9111F53-434F-4780-991F-CEC0A3BE2DD9}" destId="{66076834-CF07-4E75-B7D3-7FCFAC2DFC3E}" srcOrd="4" destOrd="0" presId="urn:microsoft.com/office/officeart/2005/8/layout/list1"/>
    <dgm:cxn modelId="{E5B6891C-77E8-4F37-B155-5FDDEB1B0CFA}" type="presParOf" srcId="{66076834-CF07-4E75-B7D3-7FCFAC2DFC3E}" destId="{F5F1904F-3CBA-4937-BF65-D5FEB994A98B}" srcOrd="0" destOrd="0" presId="urn:microsoft.com/office/officeart/2005/8/layout/list1"/>
    <dgm:cxn modelId="{D6637738-0C43-49ED-8F69-99DB3F69E912}" type="presParOf" srcId="{66076834-CF07-4E75-B7D3-7FCFAC2DFC3E}" destId="{EBEE72C3-1863-42B9-BF72-CC0A790F70DC}" srcOrd="1" destOrd="0" presId="urn:microsoft.com/office/officeart/2005/8/layout/list1"/>
    <dgm:cxn modelId="{EF757882-7779-4209-B96E-9606F57B9A8A}" type="presParOf" srcId="{E9111F53-434F-4780-991F-CEC0A3BE2DD9}" destId="{84ACF954-4251-4D28-BB5B-8B38253544C0}" srcOrd="5" destOrd="0" presId="urn:microsoft.com/office/officeart/2005/8/layout/list1"/>
    <dgm:cxn modelId="{D7092048-81FA-4A43-AF76-98F03DD32996}" type="presParOf" srcId="{E9111F53-434F-4780-991F-CEC0A3BE2DD9}" destId="{891D85D0-2E5E-4A8C-95A5-AAC0421B92C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6007619-AB68-4D07-B6C2-C786BAE93C7E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5683BCA-8AE9-4683-BD5C-F79B56A9286D}">
      <dgm:prSet/>
      <dgm:spPr/>
      <dgm:t>
        <a:bodyPr/>
        <a:lstStyle/>
        <a:p>
          <a:r>
            <a:rPr lang="en-US"/>
            <a:t>V/F — P⇒Q ≡ ¬P∨Q</a:t>
          </a:r>
        </a:p>
      </dgm:t>
    </dgm:pt>
    <dgm:pt modelId="{767F5037-58EA-4D39-B9A8-D7BB89AF6B67}" type="parTrans" cxnId="{ADBB9357-F09D-42F8-97F1-0BF42A7F3C50}">
      <dgm:prSet/>
      <dgm:spPr/>
      <dgm:t>
        <a:bodyPr/>
        <a:lstStyle/>
        <a:p>
          <a:endParaRPr lang="en-US"/>
        </a:p>
      </dgm:t>
    </dgm:pt>
    <dgm:pt modelId="{B89189A6-8B83-450B-B0C0-C896C6B6F80D}" type="sibTrans" cxnId="{ADBB9357-F09D-42F8-97F1-0BF42A7F3C50}">
      <dgm:prSet/>
      <dgm:spPr/>
      <dgm:t>
        <a:bodyPr/>
        <a:lstStyle/>
        <a:p>
          <a:endParaRPr lang="en-US"/>
        </a:p>
      </dgm:t>
    </dgm:pt>
    <dgm:pt modelId="{BF14BFB8-D882-4524-9AE3-8D492AE11826}">
      <dgm:prSet/>
      <dgm:spPr/>
      <dgm:t>
        <a:bodyPr/>
        <a:lstStyle/>
        <a:p>
          <a:r>
            <a:rPr lang="en-US"/>
            <a:t>Contraposée de « si p alors q » ?</a:t>
          </a:r>
        </a:p>
      </dgm:t>
    </dgm:pt>
    <dgm:pt modelId="{78B19D8A-7EA8-4804-AE60-5C788FDE5256}" type="parTrans" cxnId="{F3236DFA-98FE-4E65-BFA5-58F1F128F9A0}">
      <dgm:prSet/>
      <dgm:spPr/>
      <dgm:t>
        <a:bodyPr/>
        <a:lstStyle/>
        <a:p>
          <a:endParaRPr lang="en-US"/>
        </a:p>
      </dgm:t>
    </dgm:pt>
    <dgm:pt modelId="{440C45D0-F593-41AE-A873-0D1A65BBD13A}" type="sibTrans" cxnId="{F3236DFA-98FE-4E65-BFA5-58F1F128F9A0}">
      <dgm:prSet/>
      <dgm:spPr/>
      <dgm:t>
        <a:bodyPr/>
        <a:lstStyle/>
        <a:p>
          <a:endParaRPr lang="en-US"/>
        </a:p>
      </dgm:t>
    </dgm:pt>
    <dgm:pt modelId="{1C0E8343-0093-48E9-9003-9F66B4E3AAF1}">
      <dgm:prSet/>
      <dgm:spPr/>
      <dgm:t>
        <a:bodyPr/>
        <a:lstStyle/>
        <a:p>
          <a:r>
            <a:rPr lang="en-US"/>
            <a:t>Simplifier ¬(¬p ∨ q)</a:t>
          </a:r>
        </a:p>
      </dgm:t>
    </dgm:pt>
    <dgm:pt modelId="{6AFF5195-2433-48D5-AB19-3CDB1C0449A6}" type="parTrans" cxnId="{D5D1FF4B-ACCB-4307-B985-C89D5B7AE9C1}">
      <dgm:prSet/>
      <dgm:spPr/>
      <dgm:t>
        <a:bodyPr/>
        <a:lstStyle/>
        <a:p>
          <a:endParaRPr lang="en-US"/>
        </a:p>
      </dgm:t>
    </dgm:pt>
    <dgm:pt modelId="{4D6DB6ED-E5D8-447B-9F88-D8A460E75F3E}" type="sibTrans" cxnId="{D5D1FF4B-ACCB-4307-B985-C89D5B7AE9C1}">
      <dgm:prSet/>
      <dgm:spPr/>
      <dgm:t>
        <a:bodyPr/>
        <a:lstStyle/>
        <a:p>
          <a:endParaRPr lang="en-US"/>
        </a:p>
      </dgm:t>
    </dgm:pt>
    <dgm:pt modelId="{39307FF6-9CED-4607-871C-730C98E9C6BE}">
      <dgm:prSet/>
      <dgm:spPr/>
      <dgm:t>
        <a:bodyPr/>
        <a:lstStyle/>
        <a:p>
          <a:r>
            <a:rPr lang="en-US"/>
            <a:t>Donner un exemple où OU exclusif (XOR) est pertinent</a:t>
          </a:r>
        </a:p>
      </dgm:t>
    </dgm:pt>
    <dgm:pt modelId="{184D3BC8-19D5-40ED-8329-2781158136D6}" type="parTrans" cxnId="{46BD77D9-350B-44B3-8B38-8F02FE66B836}">
      <dgm:prSet/>
      <dgm:spPr/>
      <dgm:t>
        <a:bodyPr/>
        <a:lstStyle/>
        <a:p>
          <a:endParaRPr lang="en-US"/>
        </a:p>
      </dgm:t>
    </dgm:pt>
    <dgm:pt modelId="{A459F17B-5267-4C13-B0FB-BD21E8275EAF}" type="sibTrans" cxnId="{46BD77D9-350B-44B3-8B38-8F02FE66B836}">
      <dgm:prSet/>
      <dgm:spPr/>
      <dgm:t>
        <a:bodyPr/>
        <a:lstStyle/>
        <a:p>
          <a:endParaRPr lang="en-US"/>
        </a:p>
      </dgm:t>
    </dgm:pt>
    <dgm:pt modelId="{02DC6252-315C-4B6E-82C3-D6C62CBB3869}" type="pres">
      <dgm:prSet presAssocID="{96007619-AB68-4D07-B6C2-C786BAE93C7E}" presName="linear" presStyleCnt="0">
        <dgm:presLayoutVars>
          <dgm:animLvl val="lvl"/>
          <dgm:resizeHandles val="exact"/>
        </dgm:presLayoutVars>
      </dgm:prSet>
      <dgm:spPr/>
    </dgm:pt>
    <dgm:pt modelId="{A44D80AB-C8ED-4FD6-BF0F-5EE4F02FADC4}" type="pres">
      <dgm:prSet presAssocID="{C5683BCA-8AE9-4683-BD5C-F79B56A9286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12387C9-AE0C-429F-B904-736C88AB5E88}" type="pres">
      <dgm:prSet presAssocID="{B89189A6-8B83-450B-B0C0-C896C6B6F80D}" presName="spacer" presStyleCnt="0"/>
      <dgm:spPr/>
    </dgm:pt>
    <dgm:pt modelId="{6525ED50-F9A6-4600-9DD0-F02F3F36AB5B}" type="pres">
      <dgm:prSet presAssocID="{BF14BFB8-D882-4524-9AE3-8D492AE1182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8F0E302-E33F-4DFF-BD3C-B502FE51C456}" type="pres">
      <dgm:prSet presAssocID="{440C45D0-F593-41AE-A873-0D1A65BBD13A}" presName="spacer" presStyleCnt="0"/>
      <dgm:spPr/>
    </dgm:pt>
    <dgm:pt modelId="{1A13B160-8B1E-4266-96CF-3ABE8486756B}" type="pres">
      <dgm:prSet presAssocID="{1C0E8343-0093-48E9-9003-9F66B4E3AAF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B7A7EE0-EC5F-480E-9ACF-FD52E2C8173E}" type="pres">
      <dgm:prSet presAssocID="{4D6DB6ED-E5D8-447B-9F88-D8A460E75F3E}" presName="spacer" presStyleCnt="0"/>
      <dgm:spPr/>
    </dgm:pt>
    <dgm:pt modelId="{6452D37B-B034-4D15-93D3-17881655188B}" type="pres">
      <dgm:prSet presAssocID="{39307FF6-9CED-4607-871C-730C98E9C6B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5685363-5C64-4EAE-82E5-B88E295B5142}" type="presOf" srcId="{BF14BFB8-D882-4524-9AE3-8D492AE11826}" destId="{6525ED50-F9A6-4600-9DD0-F02F3F36AB5B}" srcOrd="0" destOrd="0" presId="urn:microsoft.com/office/officeart/2005/8/layout/vList2"/>
    <dgm:cxn modelId="{D5D1FF4B-ACCB-4307-B985-C89D5B7AE9C1}" srcId="{96007619-AB68-4D07-B6C2-C786BAE93C7E}" destId="{1C0E8343-0093-48E9-9003-9F66B4E3AAF1}" srcOrd="2" destOrd="0" parTransId="{6AFF5195-2433-48D5-AB19-3CDB1C0449A6}" sibTransId="{4D6DB6ED-E5D8-447B-9F88-D8A460E75F3E}"/>
    <dgm:cxn modelId="{ADBB9357-F09D-42F8-97F1-0BF42A7F3C50}" srcId="{96007619-AB68-4D07-B6C2-C786BAE93C7E}" destId="{C5683BCA-8AE9-4683-BD5C-F79B56A9286D}" srcOrd="0" destOrd="0" parTransId="{767F5037-58EA-4D39-B9A8-D7BB89AF6B67}" sibTransId="{B89189A6-8B83-450B-B0C0-C896C6B6F80D}"/>
    <dgm:cxn modelId="{20FFA697-0D37-43DD-82E4-9F03DC8A7824}" type="presOf" srcId="{96007619-AB68-4D07-B6C2-C786BAE93C7E}" destId="{02DC6252-315C-4B6E-82C3-D6C62CBB3869}" srcOrd="0" destOrd="0" presId="urn:microsoft.com/office/officeart/2005/8/layout/vList2"/>
    <dgm:cxn modelId="{923FF1C3-E8DB-4CFC-8AAF-F1B6C3014DCF}" type="presOf" srcId="{C5683BCA-8AE9-4683-BD5C-F79B56A9286D}" destId="{A44D80AB-C8ED-4FD6-BF0F-5EE4F02FADC4}" srcOrd="0" destOrd="0" presId="urn:microsoft.com/office/officeart/2005/8/layout/vList2"/>
    <dgm:cxn modelId="{46BD77D9-350B-44B3-8B38-8F02FE66B836}" srcId="{96007619-AB68-4D07-B6C2-C786BAE93C7E}" destId="{39307FF6-9CED-4607-871C-730C98E9C6BE}" srcOrd="3" destOrd="0" parTransId="{184D3BC8-19D5-40ED-8329-2781158136D6}" sibTransId="{A459F17B-5267-4C13-B0FB-BD21E8275EAF}"/>
    <dgm:cxn modelId="{3B41DCE0-99E9-4307-B72F-586828D168F9}" type="presOf" srcId="{1C0E8343-0093-48E9-9003-9F66B4E3AAF1}" destId="{1A13B160-8B1E-4266-96CF-3ABE8486756B}" srcOrd="0" destOrd="0" presId="urn:microsoft.com/office/officeart/2005/8/layout/vList2"/>
    <dgm:cxn modelId="{F3236DFA-98FE-4E65-BFA5-58F1F128F9A0}" srcId="{96007619-AB68-4D07-B6C2-C786BAE93C7E}" destId="{BF14BFB8-D882-4524-9AE3-8D492AE11826}" srcOrd="1" destOrd="0" parTransId="{78B19D8A-7EA8-4804-AE60-5C788FDE5256}" sibTransId="{440C45D0-F593-41AE-A873-0D1A65BBD13A}"/>
    <dgm:cxn modelId="{20763BFC-628F-4969-BE97-7EE157209EFF}" type="presOf" srcId="{39307FF6-9CED-4607-871C-730C98E9C6BE}" destId="{6452D37B-B034-4D15-93D3-17881655188B}" srcOrd="0" destOrd="0" presId="urn:microsoft.com/office/officeart/2005/8/layout/vList2"/>
    <dgm:cxn modelId="{3CEFA322-0EA9-45F2-8273-09B3D2EB2935}" type="presParOf" srcId="{02DC6252-315C-4B6E-82C3-D6C62CBB3869}" destId="{A44D80AB-C8ED-4FD6-BF0F-5EE4F02FADC4}" srcOrd="0" destOrd="0" presId="urn:microsoft.com/office/officeart/2005/8/layout/vList2"/>
    <dgm:cxn modelId="{A7FB445E-245E-476F-8A9B-D80526877A4F}" type="presParOf" srcId="{02DC6252-315C-4B6E-82C3-D6C62CBB3869}" destId="{712387C9-AE0C-429F-B904-736C88AB5E88}" srcOrd="1" destOrd="0" presId="urn:microsoft.com/office/officeart/2005/8/layout/vList2"/>
    <dgm:cxn modelId="{DD9C0F7F-C8BC-4A89-A723-AB09888FDAC3}" type="presParOf" srcId="{02DC6252-315C-4B6E-82C3-D6C62CBB3869}" destId="{6525ED50-F9A6-4600-9DD0-F02F3F36AB5B}" srcOrd="2" destOrd="0" presId="urn:microsoft.com/office/officeart/2005/8/layout/vList2"/>
    <dgm:cxn modelId="{2D3E9A40-896F-4386-B477-00EA88CDDCC5}" type="presParOf" srcId="{02DC6252-315C-4B6E-82C3-D6C62CBB3869}" destId="{28F0E302-E33F-4DFF-BD3C-B502FE51C456}" srcOrd="3" destOrd="0" presId="urn:microsoft.com/office/officeart/2005/8/layout/vList2"/>
    <dgm:cxn modelId="{90055624-5DBE-4A8A-9B5C-34D6DA155999}" type="presParOf" srcId="{02DC6252-315C-4B6E-82C3-D6C62CBB3869}" destId="{1A13B160-8B1E-4266-96CF-3ABE8486756B}" srcOrd="4" destOrd="0" presId="urn:microsoft.com/office/officeart/2005/8/layout/vList2"/>
    <dgm:cxn modelId="{C9862D4E-96DB-40CE-ABB4-7CC9D29C586B}" type="presParOf" srcId="{02DC6252-315C-4B6E-82C3-D6C62CBB3869}" destId="{DB7A7EE0-EC5F-480E-9ACF-FD52E2C8173E}" srcOrd="5" destOrd="0" presId="urn:microsoft.com/office/officeart/2005/8/layout/vList2"/>
    <dgm:cxn modelId="{BB787A19-57E6-49C5-A606-7E1079369D91}" type="presParOf" srcId="{02DC6252-315C-4B6E-82C3-D6C62CBB3869}" destId="{6452D37B-B034-4D15-93D3-17881655188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B661D12-405D-49A0-82B3-4593A6D77DBE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87C101C-2D4D-4F76-80BA-C8233C1F42F4}">
      <dgm:prSet/>
      <dgm:spPr/>
      <dgm:t>
        <a:bodyPr/>
        <a:lstStyle/>
        <a:p>
          <a:r>
            <a:rPr lang="en-US" dirty="0"/>
            <a:t>2-3 </a:t>
          </a:r>
          <a:r>
            <a:rPr lang="en-US" dirty="0" err="1"/>
            <a:t>équivalences</a:t>
          </a:r>
          <a:r>
            <a:rPr lang="en-US" dirty="0"/>
            <a:t> à </a:t>
          </a:r>
          <a:r>
            <a:rPr lang="en-US" dirty="0" err="1"/>
            <a:t>retenir</a:t>
          </a:r>
          <a:r>
            <a:rPr lang="en-US" dirty="0"/>
            <a:t> : De Morgan, </a:t>
          </a:r>
          <a:r>
            <a:rPr lang="en-US" dirty="0" err="1"/>
            <a:t>implication↔disjonction</a:t>
          </a:r>
          <a:r>
            <a:rPr lang="en-US" dirty="0"/>
            <a:t>, </a:t>
          </a:r>
          <a:r>
            <a:rPr lang="en-US" dirty="0" err="1"/>
            <a:t>contraposée</a:t>
          </a:r>
          <a:endParaRPr lang="en-US" dirty="0"/>
        </a:p>
      </dgm:t>
    </dgm:pt>
    <dgm:pt modelId="{EC88D08A-1569-4C9A-9F18-AE5B102FB453}" type="parTrans" cxnId="{402347D4-6A4F-4595-B767-EEA968733BC7}">
      <dgm:prSet/>
      <dgm:spPr/>
      <dgm:t>
        <a:bodyPr/>
        <a:lstStyle/>
        <a:p>
          <a:endParaRPr lang="en-US"/>
        </a:p>
      </dgm:t>
    </dgm:pt>
    <dgm:pt modelId="{5475953F-BE78-4CD1-8597-4C10C9313275}" type="sibTrans" cxnId="{402347D4-6A4F-4595-B767-EEA968733BC7}">
      <dgm:prSet/>
      <dgm:spPr/>
      <dgm:t>
        <a:bodyPr/>
        <a:lstStyle/>
        <a:p>
          <a:endParaRPr lang="en-US"/>
        </a:p>
      </dgm:t>
    </dgm:pt>
    <dgm:pt modelId="{DE0FC52E-61FE-4135-A06E-51B88F101EAD}">
      <dgm:prSet/>
      <dgm:spPr/>
      <dgm:t>
        <a:bodyPr/>
        <a:lstStyle/>
        <a:p>
          <a:r>
            <a:rPr lang="en-US"/>
            <a:t>Méthodes de raisonnement : choisir la stratégie adaptée</a:t>
          </a:r>
        </a:p>
      </dgm:t>
    </dgm:pt>
    <dgm:pt modelId="{AC3CCDA0-C4C8-4144-B611-7E960728D7B3}" type="parTrans" cxnId="{288046AC-9C08-472E-B0E9-C88C6FE067E0}">
      <dgm:prSet/>
      <dgm:spPr/>
      <dgm:t>
        <a:bodyPr/>
        <a:lstStyle/>
        <a:p>
          <a:endParaRPr lang="en-US"/>
        </a:p>
      </dgm:t>
    </dgm:pt>
    <dgm:pt modelId="{68C240E4-0D35-4001-9E6D-BC4B9CA2372F}" type="sibTrans" cxnId="{288046AC-9C08-472E-B0E9-C88C6FE067E0}">
      <dgm:prSet/>
      <dgm:spPr/>
      <dgm:t>
        <a:bodyPr/>
        <a:lstStyle/>
        <a:p>
          <a:endParaRPr lang="en-US"/>
        </a:p>
      </dgm:t>
    </dgm:pt>
    <dgm:pt modelId="{2A7828D4-D087-48B0-8963-7DC75785EFE7}">
      <dgm:prSet/>
      <dgm:spPr/>
      <dgm:t>
        <a:bodyPr/>
        <a:lstStyle/>
        <a:p>
          <a:r>
            <a:rPr lang="en-US"/>
            <a:t>Prochaine étape : pratique guidée + tickets de sortie</a:t>
          </a:r>
        </a:p>
      </dgm:t>
    </dgm:pt>
    <dgm:pt modelId="{101472DB-18E0-44D1-A056-9E636F37D6AA}" type="parTrans" cxnId="{1FC31E04-6935-4CDA-8B6D-A8EE1E97358D}">
      <dgm:prSet/>
      <dgm:spPr/>
      <dgm:t>
        <a:bodyPr/>
        <a:lstStyle/>
        <a:p>
          <a:endParaRPr lang="en-US"/>
        </a:p>
      </dgm:t>
    </dgm:pt>
    <dgm:pt modelId="{FA1FE4D8-2418-483C-8942-D85C198D2B34}" type="sibTrans" cxnId="{1FC31E04-6935-4CDA-8B6D-A8EE1E97358D}">
      <dgm:prSet/>
      <dgm:spPr/>
      <dgm:t>
        <a:bodyPr/>
        <a:lstStyle/>
        <a:p>
          <a:endParaRPr lang="en-US"/>
        </a:p>
      </dgm:t>
    </dgm:pt>
    <dgm:pt modelId="{B2920687-8787-4769-BC1A-FC95B70AC9C4}" type="pres">
      <dgm:prSet presAssocID="{2B661D12-405D-49A0-82B3-4593A6D77DBE}" presName="vert0" presStyleCnt="0">
        <dgm:presLayoutVars>
          <dgm:dir/>
          <dgm:animOne val="branch"/>
          <dgm:animLvl val="lvl"/>
        </dgm:presLayoutVars>
      </dgm:prSet>
      <dgm:spPr/>
    </dgm:pt>
    <dgm:pt modelId="{8BA41F15-89E5-4ABF-8D33-E1778D031D95}" type="pres">
      <dgm:prSet presAssocID="{087C101C-2D4D-4F76-80BA-C8233C1F42F4}" presName="thickLine" presStyleLbl="alignNode1" presStyleIdx="0" presStyleCnt="3"/>
      <dgm:spPr/>
    </dgm:pt>
    <dgm:pt modelId="{3DA30F29-7940-49B0-A75B-B19FB66D9153}" type="pres">
      <dgm:prSet presAssocID="{087C101C-2D4D-4F76-80BA-C8233C1F42F4}" presName="horz1" presStyleCnt="0"/>
      <dgm:spPr/>
    </dgm:pt>
    <dgm:pt modelId="{F1ED6BAC-6AF1-42FD-A96E-7B0984A3704A}" type="pres">
      <dgm:prSet presAssocID="{087C101C-2D4D-4F76-80BA-C8233C1F42F4}" presName="tx1" presStyleLbl="revTx" presStyleIdx="0" presStyleCnt="3"/>
      <dgm:spPr/>
    </dgm:pt>
    <dgm:pt modelId="{095E45B8-25CB-491B-9E25-D5F58641936C}" type="pres">
      <dgm:prSet presAssocID="{087C101C-2D4D-4F76-80BA-C8233C1F42F4}" presName="vert1" presStyleCnt="0"/>
      <dgm:spPr/>
    </dgm:pt>
    <dgm:pt modelId="{F7CB43CA-C363-4F8E-9DF8-28FBB412D8E2}" type="pres">
      <dgm:prSet presAssocID="{DE0FC52E-61FE-4135-A06E-51B88F101EAD}" presName="thickLine" presStyleLbl="alignNode1" presStyleIdx="1" presStyleCnt="3"/>
      <dgm:spPr/>
    </dgm:pt>
    <dgm:pt modelId="{34F054A6-7CB4-4FA2-A317-CA6C120DF94D}" type="pres">
      <dgm:prSet presAssocID="{DE0FC52E-61FE-4135-A06E-51B88F101EAD}" presName="horz1" presStyleCnt="0"/>
      <dgm:spPr/>
    </dgm:pt>
    <dgm:pt modelId="{FA67B849-7D83-4A3C-BF5C-BF5938F4EE0C}" type="pres">
      <dgm:prSet presAssocID="{DE0FC52E-61FE-4135-A06E-51B88F101EAD}" presName="tx1" presStyleLbl="revTx" presStyleIdx="1" presStyleCnt="3"/>
      <dgm:spPr/>
    </dgm:pt>
    <dgm:pt modelId="{1E65F733-0241-4659-B916-3251096D2576}" type="pres">
      <dgm:prSet presAssocID="{DE0FC52E-61FE-4135-A06E-51B88F101EAD}" presName="vert1" presStyleCnt="0"/>
      <dgm:spPr/>
    </dgm:pt>
    <dgm:pt modelId="{D865599D-5F64-4657-AD58-F64621D8C533}" type="pres">
      <dgm:prSet presAssocID="{2A7828D4-D087-48B0-8963-7DC75785EFE7}" presName="thickLine" presStyleLbl="alignNode1" presStyleIdx="2" presStyleCnt="3"/>
      <dgm:spPr/>
    </dgm:pt>
    <dgm:pt modelId="{1856255F-C435-4823-9ACB-DAE8835CE2B1}" type="pres">
      <dgm:prSet presAssocID="{2A7828D4-D087-48B0-8963-7DC75785EFE7}" presName="horz1" presStyleCnt="0"/>
      <dgm:spPr/>
    </dgm:pt>
    <dgm:pt modelId="{914F0C3C-A4A0-4601-838F-60F442683704}" type="pres">
      <dgm:prSet presAssocID="{2A7828D4-D087-48B0-8963-7DC75785EFE7}" presName="tx1" presStyleLbl="revTx" presStyleIdx="2" presStyleCnt="3"/>
      <dgm:spPr/>
    </dgm:pt>
    <dgm:pt modelId="{6752985C-1FEE-4526-9723-D73E71055C43}" type="pres">
      <dgm:prSet presAssocID="{2A7828D4-D087-48B0-8963-7DC75785EFE7}" presName="vert1" presStyleCnt="0"/>
      <dgm:spPr/>
    </dgm:pt>
  </dgm:ptLst>
  <dgm:cxnLst>
    <dgm:cxn modelId="{1FC31E04-6935-4CDA-8B6D-A8EE1E97358D}" srcId="{2B661D12-405D-49A0-82B3-4593A6D77DBE}" destId="{2A7828D4-D087-48B0-8963-7DC75785EFE7}" srcOrd="2" destOrd="0" parTransId="{101472DB-18E0-44D1-A056-9E636F37D6AA}" sibTransId="{FA1FE4D8-2418-483C-8942-D85C198D2B34}"/>
    <dgm:cxn modelId="{35C34C07-4590-4859-ADE9-0879D96F88F2}" type="presOf" srcId="{DE0FC52E-61FE-4135-A06E-51B88F101EAD}" destId="{FA67B849-7D83-4A3C-BF5C-BF5938F4EE0C}" srcOrd="0" destOrd="0" presId="urn:microsoft.com/office/officeart/2008/layout/LinedList"/>
    <dgm:cxn modelId="{C0268E35-C0AD-43A0-9042-C416C03536BB}" type="presOf" srcId="{087C101C-2D4D-4F76-80BA-C8233C1F42F4}" destId="{F1ED6BAC-6AF1-42FD-A96E-7B0984A3704A}" srcOrd="0" destOrd="0" presId="urn:microsoft.com/office/officeart/2008/layout/LinedList"/>
    <dgm:cxn modelId="{28F38D95-59C4-4C74-87DD-1C77340F3C75}" type="presOf" srcId="{2B661D12-405D-49A0-82B3-4593A6D77DBE}" destId="{B2920687-8787-4769-BC1A-FC95B70AC9C4}" srcOrd="0" destOrd="0" presId="urn:microsoft.com/office/officeart/2008/layout/LinedList"/>
    <dgm:cxn modelId="{9A946BAB-A856-4F41-BB31-DA70517B6433}" type="presOf" srcId="{2A7828D4-D087-48B0-8963-7DC75785EFE7}" destId="{914F0C3C-A4A0-4601-838F-60F442683704}" srcOrd="0" destOrd="0" presId="urn:microsoft.com/office/officeart/2008/layout/LinedList"/>
    <dgm:cxn modelId="{288046AC-9C08-472E-B0E9-C88C6FE067E0}" srcId="{2B661D12-405D-49A0-82B3-4593A6D77DBE}" destId="{DE0FC52E-61FE-4135-A06E-51B88F101EAD}" srcOrd="1" destOrd="0" parTransId="{AC3CCDA0-C4C8-4144-B611-7E960728D7B3}" sibTransId="{68C240E4-0D35-4001-9E6D-BC4B9CA2372F}"/>
    <dgm:cxn modelId="{402347D4-6A4F-4595-B767-EEA968733BC7}" srcId="{2B661D12-405D-49A0-82B3-4593A6D77DBE}" destId="{087C101C-2D4D-4F76-80BA-C8233C1F42F4}" srcOrd="0" destOrd="0" parTransId="{EC88D08A-1569-4C9A-9F18-AE5B102FB453}" sibTransId="{5475953F-BE78-4CD1-8597-4C10C9313275}"/>
    <dgm:cxn modelId="{97A0507A-9F60-48AE-8C39-8C4B28A40169}" type="presParOf" srcId="{B2920687-8787-4769-BC1A-FC95B70AC9C4}" destId="{8BA41F15-89E5-4ABF-8D33-E1778D031D95}" srcOrd="0" destOrd="0" presId="urn:microsoft.com/office/officeart/2008/layout/LinedList"/>
    <dgm:cxn modelId="{BF613BA9-992F-45E3-B12D-CF8573C8D7D3}" type="presParOf" srcId="{B2920687-8787-4769-BC1A-FC95B70AC9C4}" destId="{3DA30F29-7940-49B0-A75B-B19FB66D9153}" srcOrd="1" destOrd="0" presId="urn:microsoft.com/office/officeart/2008/layout/LinedList"/>
    <dgm:cxn modelId="{A81A3A3E-B82F-49F5-84B0-18D6DC658CC3}" type="presParOf" srcId="{3DA30F29-7940-49B0-A75B-B19FB66D9153}" destId="{F1ED6BAC-6AF1-42FD-A96E-7B0984A3704A}" srcOrd="0" destOrd="0" presId="urn:microsoft.com/office/officeart/2008/layout/LinedList"/>
    <dgm:cxn modelId="{2310A9A6-B784-4648-9ED9-295B981447F6}" type="presParOf" srcId="{3DA30F29-7940-49B0-A75B-B19FB66D9153}" destId="{095E45B8-25CB-491B-9E25-D5F58641936C}" srcOrd="1" destOrd="0" presId="urn:microsoft.com/office/officeart/2008/layout/LinedList"/>
    <dgm:cxn modelId="{4F71B8B2-9845-4372-8F9A-E56294BB8CB9}" type="presParOf" srcId="{B2920687-8787-4769-BC1A-FC95B70AC9C4}" destId="{F7CB43CA-C363-4F8E-9DF8-28FBB412D8E2}" srcOrd="2" destOrd="0" presId="urn:microsoft.com/office/officeart/2008/layout/LinedList"/>
    <dgm:cxn modelId="{4167AF83-C48C-464A-AB77-7CAD479D7DEC}" type="presParOf" srcId="{B2920687-8787-4769-BC1A-FC95B70AC9C4}" destId="{34F054A6-7CB4-4FA2-A317-CA6C120DF94D}" srcOrd="3" destOrd="0" presId="urn:microsoft.com/office/officeart/2008/layout/LinedList"/>
    <dgm:cxn modelId="{2AC47449-1FA0-4F87-B0B0-F4B2AAA8BE52}" type="presParOf" srcId="{34F054A6-7CB4-4FA2-A317-CA6C120DF94D}" destId="{FA67B849-7D83-4A3C-BF5C-BF5938F4EE0C}" srcOrd="0" destOrd="0" presId="urn:microsoft.com/office/officeart/2008/layout/LinedList"/>
    <dgm:cxn modelId="{92CD886E-2A3A-4B7A-B86C-668B19ECFFD5}" type="presParOf" srcId="{34F054A6-7CB4-4FA2-A317-CA6C120DF94D}" destId="{1E65F733-0241-4659-B916-3251096D2576}" srcOrd="1" destOrd="0" presId="urn:microsoft.com/office/officeart/2008/layout/LinedList"/>
    <dgm:cxn modelId="{89F447B6-AC15-4FDE-9BD3-EDBA196C7673}" type="presParOf" srcId="{B2920687-8787-4769-BC1A-FC95B70AC9C4}" destId="{D865599D-5F64-4657-AD58-F64621D8C533}" srcOrd="4" destOrd="0" presId="urn:microsoft.com/office/officeart/2008/layout/LinedList"/>
    <dgm:cxn modelId="{F826BEC8-D3D9-4D08-A96E-8C48C9133E1F}" type="presParOf" srcId="{B2920687-8787-4769-BC1A-FC95B70AC9C4}" destId="{1856255F-C435-4823-9ACB-DAE8835CE2B1}" srcOrd="5" destOrd="0" presId="urn:microsoft.com/office/officeart/2008/layout/LinedList"/>
    <dgm:cxn modelId="{689E6E7A-9386-4E47-84D3-C5F544524C64}" type="presParOf" srcId="{1856255F-C435-4823-9ACB-DAE8835CE2B1}" destId="{914F0C3C-A4A0-4601-838F-60F442683704}" srcOrd="0" destOrd="0" presId="urn:microsoft.com/office/officeart/2008/layout/LinedList"/>
    <dgm:cxn modelId="{033D4336-FB2B-40AC-ACC1-2F8BDA0CE288}" type="presParOf" srcId="{1856255F-C435-4823-9ACB-DAE8835CE2B1}" destId="{6752985C-1FEE-4526-9723-D73E71055C4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D75427-8B37-4C1C-8F51-02634804A936}">
      <dsp:nvSpPr>
        <dsp:cNvPr id="0" name=""/>
        <dsp:cNvSpPr/>
      </dsp:nvSpPr>
      <dsp:spPr>
        <a:xfrm>
          <a:off x="2240516" y="820988"/>
          <a:ext cx="484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91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0074" y="864131"/>
        <a:ext cx="25774" cy="5154"/>
      </dsp:txXfrm>
    </dsp:sp>
    <dsp:sp modelId="{13CA606E-A8CE-43A1-9D52-0CEA414A1157}">
      <dsp:nvSpPr>
        <dsp:cNvPr id="0" name=""/>
        <dsp:cNvSpPr/>
      </dsp:nvSpPr>
      <dsp:spPr>
        <a:xfrm>
          <a:off x="1049" y="194328"/>
          <a:ext cx="2241266" cy="134475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Comprendre la notion d’assertion (vrai/faux) et les connecteurs logiques</a:t>
          </a:r>
        </a:p>
      </dsp:txBody>
      <dsp:txXfrm>
        <a:off x="1049" y="194328"/>
        <a:ext cx="2241266" cy="1344759"/>
      </dsp:txXfrm>
    </dsp:sp>
    <dsp:sp modelId="{C46F2694-6591-4C06-A0D4-A37601926A26}">
      <dsp:nvSpPr>
        <dsp:cNvPr id="0" name=""/>
        <dsp:cNvSpPr/>
      </dsp:nvSpPr>
      <dsp:spPr>
        <a:xfrm>
          <a:off x="1121683" y="1537288"/>
          <a:ext cx="2756757" cy="484891"/>
        </a:xfrm>
        <a:custGeom>
          <a:avLst/>
          <a:gdLst/>
          <a:ahLst/>
          <a:cxnLst/>
          <a:rect l="0" t="0" r="0" b="0"/>
          <a:pathLst>
            <a:path>
              <a:moveTo>
                <a:pt x="2756757" y="0"/>
              </a:moveTo>
              <a:lnTo>
                <a:pt x="2756757" y="259545"/>
              </a:lnTo>
              <a:lnTo>
                <a:pt x="0" y="259545"/>
              </a:lnTo>
              <a:lnTo>
                <a:pt x="0" y="484891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29948" y="1777156"/>
        <a:ext cx="140227" cy="5154"/>
      </dsp:txXfrm>
    </dsp:sp>
    <dsp:sp modelId="{CFCD79A2-A442-438B-AD3E-9753DCA191AD}">
      <dsp:nvSpPr>
        <dsp:cNvPr id="0" name=""/>
        <dsp:cNvSpPr/>
      </dsp:nvSpPr>
      <dsp:spPr>
        <a:xfrm>
          <a:off x="2757807" y="194328"/>
          <a:ext cx="2241266" cy="134475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Construire et lire des tables de vérité</a:t>
          </a:r>
        </a:p>
      </dsp:txBody>
      <dsp:txXfrm>
        <a:off x="2757807" y="194328"/>
        <a:ext cx="2241266" cy="1344759"/>
      </dsp:txXfrm>
    </dsp:sp>
    <dsp:sp modelId="{84798AB3-324A-4F59-92CA-711F838214DA}">
      <dsp:nvSpPr>
        <dsp:cNvPr id="0" name=""/>
        <dsp:cNvSpPr/>
      </dsp:nvSpPr>
      <dsp:spPr>
        <a:xfrm>
          <a:off x="2240516" y="2681240"/>
          <a:ext cx="484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91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0074" y="2724382"/>
        <a:ext cx="25774" cy="5154"/>
      </dsp:txXfrm>
    </dsp:sp>
    <dsp:sp modelId="{4736B95C-262D-4B50-98D4-DF57DEF517EC}">
      <dsp:nvSpPr>
        <dsp:cNvPr id="0" name=""/>
        <dsp:cNvSpPr/>
      </dsp:nvSpPr>
      <dsp:spPr>
        <a:xfrm>
          <a:off x="1049" y="2054580"/>
          <a:ext cx="2241266" cy="134475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Utiliser quelques équivalences clés (De Morgan, contraposée, implication↔disjonction)</a:t>
          </a:r>
        </a:p>
      </dsp:txBody>
      <dsp:txXfrm>
        <a:off x="1049" y="2054580"/>
        <a:ext cx="2241266" cy="1344759"/>
      </dsp:txXfrm>
    </dsp:sp>
    <dsp:sp modelId="{6F1B89F4-0412-4AE7-AEC9-F4009C0D662F}">
      <dsp:nvSpPr>
        <dsp:cNvPr id="0" name=""/>
        <dsp:cNvSpPr/>
      </dsp:nvSpPr>
      <dsp:spPr>
        <a:xfrm>
          <a:off x="1121683" y="3397539"/>
          <a:ext cx="2756757" cy="484891"/>
        </a:xfrm>
        <a:custGeom>
          <a:avLst/>
          <a:gdLst/>
          <a:ahLst/>
          <a:cxnLst/>
          <a:rect l="0" t="0" r="0" b="0"/>
          <a:pathLst>
            <a:path>
              <a:moveTo>
                <a:pt x="2756757" y="0"/>
              </a:moveTo>
              <a:lnTo>
                <a:pt x="2756757" y="259545"/>
              </a:lnTo>
              <a:lnTo>
                <a:pt x="0" y="259545"/>
              </a:lnTo>
              <a:lnTo>
                <a:pt x="0" y="484891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29948" y="3637408"/>
        <a:ext cx="140227" cy="5154"/>
      </dsp:txXfrm>
    </dsp:sp>
    <dsp:sp modelId="{FC0596A6-2D95-45E6-A824-3AA6F2D55D10}">
      <dsp:nvSpPr>
        <dsp:cNvPr id="0" name=""/>
        <dsp:cNvSpPr/>
      </dsp:nvSpPr>
      <dsp:spPr>
        <a:xfrm>
          <a:off x="2757807" y="2054580"/>
          <a:ext cx="2241266" cy="134475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Découvrir ∀ (pour tout) et ∃ (il existe) + leur négation</a:t>
          </a:r>
        </a:p>
      </dsp:txBody>
      <dsp:txXfrm>
        <a:off x="2757807" y="2054580"/>
        <a:ext cx="2241266" cy="1344759"/>
      </dsp:txXfrm>
    </dsp:sp>
    <dsp:sp modelId="{DA3A63EA-BFFB-438F-A979-02A1DC3DDD49}">
      <dsp:nvSpPr>
        <dsp:cNvPr id="0" name=""/>
        <dsp:cNvSpPr/>
      </dsp:nvSpPr>
      <dsp:spPr>
        <a:xfrm>
          <a:off x="1049" y="3914831"/>
          <a:ext cx="2241266" cy="1344759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Pratiquer 5 schémas de raisonnement : direct, cas par cas, contraposée, absurde, contre-exemple ; aperçu récurrence</a:t>
          </a:r>
        </a:p>
      </dsp:txBody>
      <dsp:txXfrm>
        <a:off x="1049" y="3914831"/>
        <a:ext cx="2241266" cy="13447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552B9D-C12C-4117-99F7-A59A343473C4}">
      <dsp:nvSpPr>
        <dsp:cNvPr id="0" name=""/>
        <dsp:cNvSpPr/>
      </dsp:nvSpPr>
      <dsp:spPr>
        <a:xfrm>
          <a:off x="0" y="574699"/>
          <a:ext cx="5000124" cy="124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458216" rIns="388065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« fromage ou dessert » vs « as ou cœur » ; réponses à « As-tu 10€ ? »</a:t>
          </a:r>
        </a:p>
      </dsp:txBody>
      <dsp:txXfrm>
        <a:off x="0" y="574699"/>
        <a:ext cx="5000124" cy="1247400"/>
      </dsp:txXfrm>
    </dsp:sp>
    <dsp:sp modelId="{C828385F-0FA1-4765-B2D5-A08D1AD8D04C}">
      <dsp:nvSpPr>
        <dsp:cNvPr id="0" name=""/>
        <dsp:cNvSpPr/>
      </dsp:nvSpPr>
      <dsp:spPr>
        <a:xfrm>
          <a:off x="250006" y="249979"/>
          <a:ext cx="3500086" cy="6494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Ambiguïtés naturelles</a:t>
          </a:r>
        </a:p>
      </dsp:txBody>
      <dsp:txXfrm>
        <a:off x="281709" y="281682"/>
        <a:ext cx="3436680" cy="586034"/>
      </dsp:txXfrm>
    </dsp:sp>
    <dsp:sp modelId="{0E5CF036-914F-4079-9B5A-DC3A48A7F82B}">
      <dsp:nvSpPr>
        <dsp:cNvPr id="0" name=""/>
        <dsp:cNvSpPr/>
      </dsp:nvSpPr>
      <dsp:spPr>
        <a:xfrm>
          <a:off x="0" y="2265619"/>
          <a:ext cx="5000124" cy="124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458216" rIns="388065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Langage mathématique pour lever l’ambiguïté (ex : continuité)</a:t>
          </a:r>
        </a:p>
      </dsp:txBody>
      <dsp:txXfrm>
        <a:off x="0" y="2265619"/>
        <a:ext cx="5000124" cy="1247400"/>
      </dsp:txXfrm>
    </dsp:sp>
    <dsp:sp modelId="{450A07AF-330E-4E27-8B4E-BCCBB82E0C57}">
      <dsp:nvSpPr>
        <dsp:cNvPr id="0" name=""/>
        <dsp:cNvSpPr/>
      </dsp:nvSpPr>
      <dsp:spPr>
        <a:xfrm>
          <a:off x="250006" y="1940899"/>
          <a:ext cx="3500086" cy="64944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Définitions rigoureuses</a:t>
          </a:r>
        </a:p>
      </dsp:txBody>
      <dsp:txXfrm>
        <a:off x="281709" y="1972602"/>
        <a:ext cx="3436680" cy="586034"/>
      </dsp:txXfrm>
    </dsp:sp>
    <dsp:sp modelId="{9D4F39DB-6E53-40B7-9AFA-A4E29DE44CD4}">
      <dsp:nvSpPr>
        <dsp:cNvPr id="0" name=""/>
        <dsp:cNvSpPr/>
      </dsp:nvSpPr>
      <dsp:spPr>
        <a:xfrm>
          <a:off x="0" y="3956540"/>
          <a:ext cx="5000124" cy="124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458216" rIns="388065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Distinguer vrai/faux par une démarche convaincante</a:t>
          </a:r>
        </a:p>
      </dsp:txBody>
      <dsp:txXfrm>
        <a:off x="0" y="3956540"/>
        <a:ext cx="5000124" cy="1247400"/>
      </dsp:txXfrm>
    </dsp:sp>
    <dsp:sp modelId="{D99C88D1-D5C3-49E9-BF75-DF52914ECFD1}">
      <dsp:nvSpPr>
        <dsp:cNvPr id="0" name=""/>
        <dsp:cNvSpPr/>
      </dsp:nvSpPr>
      <dsp:spPr>
        <a:xfrm>
          <a:off x="250006" y="3631819"/>
          <a:ext cx="3500086" cy="64944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Valider/invalider</a:t>
          </a:r>
        </a:p>
      </dsp:txBody>
      <dsp:txXfrm>
        <a:off x="281709" y="3663522"/>
        <a:ext cx="3436680" cy="5860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7A4D40-9DFC-43B2-B66C-051795EDB6F6}">
      <dsp:nvSpPr>
        <dsp:cNvPr id="0" name=""/>
        <dsp:cNvSpPr/>
      </dsp:nvSpPr>
      <dsp:spPr>
        <a:xfrm>
          <a:off x="0" y="4105454"/>
          <a:ext cx="5000124" cy="13475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À partir de P et Q, on construit de nouvelles assertions avec des connecteurs</a:t>
          </a:r>
        </a:p>
      </dsp:txBody>
      <dsp:txXfrm>
        <a:off x="0" y="4105454"/>
        <a:ext cx="5000124" cy="1347501"/>
      </dsp:txXfrm>
    </dsp:sp>
    <dsp:sp modelId="{B5759F2C-08E0-4D0D-A708-002A75AAA167}">
      <dsp:nvSpPr>
        <dsp:cNvPr id="0" name=""/>
        <dsp:cNvSpPr/>
      </dsp:nvSpPr>
      <dsp:spPr>
        <a:xfrm rot="10800000">
          <a:off x="0" y="2053209"/>
          <a:ext cx="5000124" cy="2072457"/>
        </a:xfrm>
        <a:prstGeom prst="upArrowCallou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Exemples</a:t>
          </a:r>
        </a:p>
      </dsp:txBody>
      <dsp:txXfrm rot="-10800000">
        <a:off x="0" y="2053209"/>
        <a:ext cx="5000124" cy="727432"/>
      </dsp:txXfrm>
    </dsp:sp>
    <dsp:sp modelId="{163F5337-2D46-42B7-B35A-B4BE7C4A8CA7}">
      <dsp:nvSpPr>
        <dsp:cNvPr id="0" name=""/>
        <dsp:cNvSpPr/>
      </dsp:nvSpPr>
      <dsp:spPr>
        <a:xfrm>
          <a:off x="0" y="2780641"/>
          <a:ext cx="5000124" cy="61966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« Il pleut. » ; « 2+2=4 » ; « Pour tout x∈ℝ, x²&gt;0 » ; etc.</a:t>
          </a:r>
        </a:p>
      </dsp:txBody>
      <dsp:txXfrm>
        <a:off x="0" y="2780641"/>
        <a:ext cx="5000124" cy="619664"/>
      </dsp:txXfrm>
    </dsp:sp>
    <dsp:sp modelId="{31EB2F79-EFC8-4427-9A8F-80C65573FC32}">
      <dsp:nvSpPr>
        <dsp:cNvPr id="0" name=""/>
        <dsp:cNvSpPr/>
      </dsp:nvSpPr>
      <dsp:spPr>
        <a:xfrm rot="10800000">
          <a:off x="0" y="964"/>
          <a:ext cx="5000124" cy="2072457"/>
        </a:xfrm>
        <a:prstGeom prst="upArrowCallou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Une assertion est une phrase vraie ou fausse (pas les deux)</a:t>
          </a:r>
        </a:p>
      </dsp:txBody>
      <dsp:txXfrm rot="10800000">
        <a:off x="0" y="964"/>
        <a:ext cx="5000124" cy="13466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DDB391-590C-42D0-A3BB-AE50654DEB1B}">
      <dsp:nvSpPr>
        <dsp:cNvPr id="0" name=""/>
        <dsp:cNvSpPr/>
      </dsp:nvSpPr>
      <dsp:spPr>
        <a:xfrm>
          <a:off x="0" y="468274"/>
          <a:ext cx="5000124" cy="11481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562356" rIns="388065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vrai si P et Q sont vrais</a:t>
          </a:r>
        </a:p>
      </dsp:txBody>
      <dsp:txXfrm>
        <a:off x="0" y="468274"/>
        <a:ext cx="5000124" cy="1148175"/>
      </dsp:txXfrm>
    </dsp:sp>
    <dsp:sp modelId="{D995F6AB-A1A5-4917-A4AF-288BAABE6431}">
      <dsp:nvSpPr>
        <dsp:cNvPr id="0" name=""/>
        <dsp:cNvSpPr/>
      </dsp:nvSpPr>
      <dsp:spPr>
        <a:xfrm>
          <a:off x="250006" y="69754"/>
          <a:ext cx="3500086" cy="7970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ET (∧)</a:t>
          </a:r>
        </a:p>
      </dsp:txBody>
      <dsp:txXfrm>
        <a:off x="288914" y="108662"/>
        <a:ext cx="3422270" cy="719224"/>
      </dsp:txXfrm>
    </dsp:sp>
    <dsp:sp modelId="{30CC0619-EDDD-4922-9FBA-777EC62075DE}">
      <dsp:nvSpPr>
        <dsp:cNvPr id="0" name=""/>
        <dsp:cNvSpPr/>
      </dsp:nvSpPr>
      <dsp:spPr>
        <a:xfrm>
          <a:off x="0" y="2160770"/>
          <a:ext cx="5000124" cy="1530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562356" rIns="388065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vrai si au moins l’un des deux est vrai (OU inclusif)</a:t>
          </a:r>
        </a:p>
      </dsp:txBody>
      <dsp:txXfrm>
        <a:off x="0" y="2160770"/>
        <a:ext cx="5000124" cy="1530900"/>
      </dsp:txXfrm>
    </dsp:sp>
    <dsp:sp modelId="{51F4241D-3A93-4EBA-BDD3-208C655520F1}">
      <dsp:nvSpPr>
        <dsp:cNvPr id="0" name=""/>
        <dsp:cNvSpPr/>
      </dsp:nvSpPr>
      <dsp:spPr>
        <a:xfrm>
          <a:off x="250006" y="1762250"/>
          <a:ext cx="3500086" cy="797040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OU (∨)</a:t>
          </a:r>
        </a:p>
      </dsp:txBody>
      <dsp:txXfrm>
        <a:off x="288914" y="1801158"/>
        <a:ext cx="3422270" cy="719224"/>
      </dsp:txXfrm>
    </dsp:sp>
    <dsp:sp modelId="{E339657C-09F5-42C4-89C8-A2B4EF611EF1}">
      <dsp:nvSpPr>
        <dsp:cNvPr id="0" name=""/>
        <dsp:cNvSpPr/>
      </dsp:nvSpPr>
      <dsp:spPr>
        <a:xfrm>
          <a:off x="0" y="4235989"/>
          <a:ext cx="5000124" cy="11481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562356" rIns="388065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vrai si P est faux</a:t>
          </a:r>
        </a:p>
      </dsp:txBody>
      <dsp:txXfrm>
        <a:off x="0" y="4235989"/>
        <a:ext cx="5000124" cy="1148175"/>
      </dsp:txXfrm>
    </dsp:sp>
    <dsp:sp modelId="{C7257DAA-3BED-4F8C-A8FF-980D0D0ECD3A}">
      <dsp:nvSpPr>
        <dsp:cNvPr id="0" name=""/>
        <dsp:cNvSpPr/>
      </dsp:nvSpPr>
      <dsp:spPr>
        <a:xfrm>
          <a:off x="250006" y="3837470"/>
          <a:ext cx="3500086" cy="79704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NON (¬)</a:t>
          </a:r>
        </a:p>
      </dsp:txBody>
      <dsp:txXfrm>
        <a:off x="288914" y="3876378"/>
        <a:ext cx="3422270" cy="7192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7DD75E-4ADE-461E-901E-36BFBE0D7F5D}">
      <dsp:nvSpPr>
        <dsp:cNvPr id="0" name=""/>
        <dsp:cNvSpPr/>
      </dsp:nvSpPr>
      <dsp:spPr>
        <a:xfrm>
          <a:off x="0" y="1466689"/>
          <a:ext cx="500012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76B027-BB15-4E8B-AB4F-A9CFBFA2F7E1}">
      <dsp:nvSpPr>
        <dsp:cNvPr id="0" name=""/>
        <dsp:cNvSpPr/>
      </dsp:nvSpPr>
      <dsp:spPr>
        <a:xfrm>
          <a:off x="250006" y="1186249"/>
          <a:ext cx="3500086" cy="5608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Définition : P ⇒ Q ≡ (¬P) ∨ Q</a:t>
          </a:r>
        </a:p>
      </dsp:txBody>
      <dsp:txXfrm>
        <a:off x="277386" y="1213629"/>
        <a:ext cx="3445326" cy="506120"/>
      </dsp:txXfrm>
    </dsp:sp>
    <dsp:sp modelId="{DED3F1D1-E0DB-4684-BE06-8A0BCB33FC65}">
      <dsp:nvSpPr>
        <dsp:cNvPr id="0" name=""/>
        <dsp:cNvSpPr/>
      </dsp:nvSpPr>
      <dsp:spPr>
        <a:xfrm>
          <a:off x="0" y="2328529"/>
          <a:ext cx="500012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7982B1-6F19-4D90-956E-6FA282A2E62F}">
      <dsp:nvSpPr>
        <dsp:cNvPr id="0" name=""/>
        <dsp:cNvSpPr/>
      </dsp:nvSpPr>
      <dsp:spPr>
        <a:xfrm>
          <a:off x="250006" y="2048089"/>
          <a:ext cx="3500086" cy="56088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Seule fausse quand P=1 et Q=0</a:t>
          </a:r>
        </a:p>
      </dsp:txBody>
      <dsp:txXfrm>
        <a:off x="277386" y="2075469"/>
        <a:ext cx="3445326" cy="506120"/>
      </dsp:txXfrm>
    </dsp:sp>
    <dsp:sp modelId="{427D733F-891F-474D-AF12-F30F88FF73A9}">
      <dsp:nvSpPr>
        <dsp:cNvPr id="0" name=""/>
        <dsp:cNvSpPr/>
      </dsp:nvSpPr>
      <dsp:spPr>
        <a:xfrm>
          <a:off x="0" y="3190370"/>
          <a:ext cx="5000124" cy="1077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395732" rIns="388065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« si P alors Q » ; attention aux idées reçues</a:t>
          </a:r>
        </a:p>
      </dsp:txBody>
      <dsp:txXfrm>
        <a:off x="0" y="3190370"/>
        <a:ext cx="5000124" cy="1077300"/>
      </dsp:txXfrm>
    </dsp:sp>
    <dsp:sp modelId="{57EBC74C-0734-454B-B801-8F194CB07569}">
      <dsp:nvSpPr>
        <dsp:cNvPr id="0" name=""/>
        <dsp:cNvSpPr/>
      </dsp:nvSpPr>
      <dsp:spPr>
        <a:xfrm>
          <a:off x="250006" y="2909929"/>
          <a:ext cx="3500086" cy="56088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Lecture</a:t>
          </a:r>
        </a:p>
      </dsp:txBody>
      <dsp:txXfrm>
        <a:off x="277386" y="2937309"/>
        <a:ext cx="3445326" cy="5061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4E0F4D-B9F5-4AB2-AE04-37C8F651210B}">
      <dsp:nvSpPr>
        <dsp:cNvPr id="0" name=""/>
        <dsp:cNvSpPr/>
      </dsp:nvSpPr>
      <dsp:spPr>
        <a:xfrm>
          <a:off x="0" y="57878"/>
          <a:ext cx="5000124" cy="12848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Double négation : P ⇔ ¬¬P</a:t>
          </a:r>
        </a:p>
      </dsp:txBody>
      <dsp:txXfrm>
        <a:off x="62722" y="120600"/>
        <a:ext cx="4874680" cy="1159416"/>
      </dsp:txXfrm>
    </dsp:sp>
    <dsp:sp modelId="{EC8E7009-6B2C-46F4-9CF7-A228DD82163A}">
      <dsp:nvSpPr>
        <dsp:cNvPr id="0" name=""/>
        <dsp:cNvSpPr/>
      </dsp:nvSpPr>
      <dsp:spPr>
        <a:xfrm>
          <a:off x="0" y="1408979"/>
          <a:ext cx="5000124" cy="128486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 Morgan : ¬(P∧Q) ⇔ (¬P)∨(¬Q) ; ¬(P∨Q) ⇔ (¬P)∧(¬Q)</a:t>
          </a:r>
        </a:p>
      </dsp:txBody>
      <dsp:txXfrm>
        <a:off x="62722" y="1471701"/>
        <a:ext cx="4874680" cy="1159416"/>
      </dsp:txXfrm>
    </dsp:sp>
    <dsp:sp modelId="{2A0478BB-3D80-494A-83D8-ED3078DAA920}">
      <dsp:nvSpPr>
        <dsp:cNvPr id="0" name=""/>
        <dsp:cNvSpPr/>
      </dsp:nvSpPr>
      <dsp:spPr>
        <a:xfrm>
          <a:off x="0" y="2760080"/>
          <a:ext cx="5000124" cy="128486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Distributivité : P∧(Q∨R) ⇔ (P∧Q)∨(P∧R) ; P∨(Q∧R) ⇔ (P∨Q)∧(P∨R)</a:t>
          </a:r>
        </a:p>
      </dsp:txBody>
      <dsp:txXfrm>
        <a:off x="62722" y="2822802"/>
        <a:ext cx="4874680" cy="1159416"/>
      </dsp:txXfrm>
    </dsp:sp>
    <dsp:sp modelId="{AEA563F1-CFF1-4D02-BE96-3B7C33C1E7F5}">
      <dsp:nvSpPr>
        <dsp:cNvPr id="0" name=""/>
        <dsp:cNvSpPr/>
      </dsp:nvSpPr>
      <dsp:spPr>
        <a:xfrm>
          <a:off x="0" y="4111180"/>
          <a:ext cx="5000124" cy="128486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Contraposée : (P ⇒ Q) ⇔ (¬Q ⇒ ¬P)</a:t>
          </a:r>
        </a:p>
      </dsp:txBody>
      <dsp:txXfrm>
        <a:off x="62722" y="4173902"/>
        <a:ext cx="4874680" cy="115941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0E39C9-A69E-40A1-83A2-24A6B35FB827}">
      <dsp:nvSpPr>
        <dsp:cNvPr id="0" name=""/>
        <dsp:cNvSpPr/>
      </dsp:nvSpPr>
      <dsp:spPr>
        <a:xfrm>
          <a:off x="0" y="787910"/>
          <a:ext cx="5000124" cy="123317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Montrer (P ⇒ Q) ⇔ (¬P ∨ Q) par table</a:t>
          </a:r>
        </a:p>
      </dsp:txBody>
      <dsp:txXfrm>
        <a:off x="60199" y="848109"/>
        <a:ext cx="4879726" cy="1112781"/>
      </dsp:txXfrm>
    </dsp:sp>
    <dsp:sp modelId="{BAB5C466-0DFD-402E-BF0E-46511ED84582}">
      <dsp:nvSpPr>
        <dsp:cNvPr id="0" name=""/>
        <dsp:cNvSpPr/>
      </dsp:nvSpPr>
      <dsp:spPr>
        <a:xfrm>
          <a:off x="0" y="2110370"/>
          <a:ext cx="5000124" cy="1233179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Tester les deux lois de De Morgan</a:t>
          </a:r>
        </a:p>
      </dsp:txBody>
      <dsp:txXfrm>
        <a:off x="60199" y="2170569"/>
        <a:ext cx="4879726" cy="1112781"/>
      </dsp:txXfrm>
    </dsp:sp>
    <dsp:sp modelId="{30F14176-1D67-49AA-A58F-F57A24C65D7F}">
      <dsp:nvSpPr>
        <dsp:cNvPr id="0" name=""/>
        <dsp:cNvSpPr/>
      </dsp:nvSpPr>
      <dsp:spPr>
        <a:xfrm>
          <a:off x="0" y="3432830"/>
          <a:ext cx="5000124" cy="123317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Écrire deux variantes d’une même condition (plus lisible)</a:t>
          </a:r>
        </a:p>
      </dsp:txBody>
      <dsp:txXfrm>
        <a:off x="60199" y="3493029"/>
        <a:ext cx="4879726" cy="111278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175AAD-6F48-4C6E-A50B-48AFB4230790}">
      <dsp:nvSpPr>
        <dsp:cNvPr id="0" name=""/>
        <dsp:cNvSpPr/>
      </dsp:nvSpPr>
      <dsp:spPr>
        <a:xfrm>
          <a:off x="610" y="1179680"/>
          <a:ext cx="2380430" cy="142825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∀x∈E P(x)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vrai si P(x) est vrai pour tous les x de E</a:t>
          </a:r>
        </a:p>
      </dsp:txBody>
      <dsp:txXfrm>
        <a:off x="610" y="1179680"/>
        <a:ext cx="2380430" cy="1428258"/>
      </dsp:txXfrm>
    </dsp:sp>
    <dsp:sp modelId="{B85A120F-8022-4CF7-891B-54A840C7DC8B}">
      <dsp:nvSpPr>
        <dsp:cNvPr id="0" name=""/>
        <dsp:cNvSpPr/>
      </dsp:nvSpPr>
      <dsp:spPr>
        <a:xfrm>
          <a:off x="2619083" y="1179680"/>
          <a:ext cx="2380430" cy="1428258"/>
        </a:xfrm>
        <a:prstGeom prst="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∃x∈E P(x)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vrai s’il existe au moins un x de E tel que P(x) est vrai</a:t>
          </a:r>
        </a:p>
      </dsp:txBody>
      <dsp:txXfrm>
        <a:off x="2619083" y="1179680"/>
        <a:ext cx="2380430" cy="1428258"/>
      </dsp:txXfrm>
    </dsp:sp>
    <dsp:sp modelId="{E2BFC427-8506-4F18-9DD9-24537506742C}">
      <dsp:nvSpPr>
        <dsp:cNvPr id="0" name=""/>
        <dsp:cNvSpPr/>
      </dsp:nvSpPr>
      <dsp:spPr>
        <a:xfrm>
          <a:off x="610" y="2845981"/>
          <a:ext cx="2380430" cy="1428258"/>
        </a:xfrm>
        <a:prstGeom prst="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Négation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¬(∀x P) ⇔ ∃x ¬P ; ¬(∃x P) ⇔ ∀x ¬P</a:t>
          </a:r>
        </a:p>
      </dsp:txBody>
      <dsp:txXfrm>
        <a:off x="610" y="2845981"/>
        <a:ext cx="2380430" cy="1428258"/>
      </dsp:txXfrm>
    </dsp:sp>
    <dsp:sp modelId="{8694798E-613E-46F5-835A-CE0D6DF7A3F0}">
      <dsp:nvSpPr>
        <dsp:cNvPr id="0" name=""/>
        <dsp:cNvSpPr/>
      </dsp:nvSpPr>
      <dsp:spPr>
        <a:xfrm>
          <a:off x="2619083" y="2845981"/>
          <a:ext cx="2380430" cy="1428258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Attention à l’ordre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∀x ∃y ... ≠ ∃y ∀x ...</a:t>
          </a:r>
        </a:p>
      </dsp:txBody>
      <dsp:txXfrm>
        <a:off x="2619083" y="2845981"/>
        <a:ext cx="2380430" cy="142825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6D975E-6E8E-48A9-984F-A682D19B8319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AD68A2-4873-4F7D-8E4F-E7BD090BAD4C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« Tout réel a un carré ≥ 0 » ; « Il existe un entier pair &gt; 1000 »</a:t>
          </a:r>
        </a:p>
      </dsp:txBody>
      <dsp:txXfrm>
        <a:off x="0" y="2663"/>
        <a:ext cx="5000124" cy="1816197"/>
      </dsp:txXfrm>
    </dsp:sp>
    <dsp:sp modelId="{BFE539C0-3B90-4A89-AB49-216541EE4A05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F3F9BDC-0222-49E8-BA10-D8E695EDFBF1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Négations : « Tous les étudiants sont à l’heure » ; « Il existe un graphe connexe ... »</a:t>
          </a:r>
        </a:p>
      </dsp:txBody>
      <dsp:txXfrm>
        <a:off x="0" y="1818861"/>
        <a:ext cx="5000124" cy="1816197"/>
      </dsp:txXfrm>
    </dsp:sp>
    <dsp:sp modelId="{981344D2-DA04-4105-9D0A-25FF6ED7BD71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8B586B-556D-4DD3-A5E2-15B31B256DEB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Comparer ∀x ∃y P(x,y) et ∃y ∀x P(x,y) par un exemple humain</a:t>
          </a:r>
        </a:p>
      </dsp:txBody>
      <dsp:txXfrm>
        <a:off x="0" y="3635058"/>
        <a:ext cx="5000124" cy="181619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DCCCBE-0AD5-4A95-BABD-141281CF9C7E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83FAD72-226B-412F-9B02-BDD37935C28A}">
      <dsp:nvSpPr>
        <dsp:cNvPr id="0" name=""/>
        <dsp:cNvSpPr/>
      </dsp:nvSpPr>
      <dsp:spPr>
        <a:xfrm>
          <a:off x="0" y="2663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Direct (P donc Q)</a:t>
          </a:r>
        </a:p>
      </dsp:txBody>
      <dsp:txXfrm>
        <a:off x="0" y="2663"/>
        <a:ext cx="5000124" cy="908098"/>
      </dsp:txXfrm>
    </dsp:sp>
    <dsp:sp modelId="{CC76D7C9-E019-465A-8548-C8CBE8A0BEED}">
      <dsp:nvSpPr>
        <dsp:cNvPr id="0" name=""/>
        <dsp:cNvSpPr/>
      </dsp:nvSpPr>
      <dsp:spPr>
        <a:xfrm>
          <a:off x="0" y="910762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1B21034-9964-49D4-8800-C0909FD51453}">
      <dsp:nvSpPr>
        <dsp:cNvPr id="0" name=""/>
        <dsp:cNvSpPr/>
      </dsp:nvSpPr>
      <dsp:spPr>
        <a:xfrm>
          <a:off x="0" y="910762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Cas par cas (partition de l’univers)</a:t>
          </a:r>
        </a:p>
      </dsp:txBody>
      <dsp:txXfrm>
        <a:off x="0" y="910762"/>
        <a:ext cx="5000124" cy="908098"/>
      </dsp:txXfrm>
    </dsp:sp>
    <dsp:sp modelId="{59A6C36B-05DE-4BD9-9AC8-1369D1799C95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0DEDBCF-A2C4-4117-B49D-5C79450F7396}">
      <dsp:nvSpPr>
        <dsp:cNvPr id="0" name=""/>
        <dsp:cNvSpPr/>
      </dsp:nvSpPr>
      <dsp:spPr>
        <a:xfrm>
          <a:off x="0" y="1818861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Contraposée (¬Q ⇒ ¬P)</a:t>
          </a:r>
        </a:p>
      </dsp:txBody>
      <dsp:txXfrm>
        <a:off x="0" y="1818861"/>
        <a:ext cx="5000124" cy="908098"/>
      </dsp:txXfrm>
    </dsp:sp>
    <dsp:sp modelId="{F0651DEB-67E6-4A12-8C6A-027DE84AFDA4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6008C70-6D70-4E8E-B5E5-9887FD39E54A}">
      <dsp:nvSpPr>
        <dsp:cNvPr id="0" name=""/>
        <dsp:cNvSpPr/>
      </dsp:nvSpPr>
      <dsp:spPr>
        <a:xfrm>
          <a:off x="0" y="2726960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Par l’absurde (P et ¬Q ⇒ ⟂)</a:t>
          </a:r>
        </a:p>
      </dsp:txBody>
      <dsp:txXfrm>
        <a:off x="0" y="2726960"/>
        <a:ext cx="5000124" cy="908098"/>
      </dsp:txXfrm>
    </dsp:sp>
    <dsp:sp modelId="{5754BF3A-C22B-4CA5-A375-C2433C2C10C9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0164284-4057-4CBE-961F-CEDDC6A1EBCC}">
      <dsp:nvSpPr>
        <dsp:cNvPr id="0" name=""/>
        <dsp:cNvSpPr/>
      </dsp:nvSpPr>
      <dsp:spPr>
        <a:xfrm>
          <a:off x="0" y="3635058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Contre-exemple (pour réfuter ∀)</a:t>
          </a:r>
        </a:p>
      </dsp:txBody>
      <dsp:txXfrm>
        <a:off x="0" y="3635058"/>
        <a:ext cx="5000124" cy="908098"/>
      </dsp:txXfrm>
    </dsp:sp>
    <dsp:sp modelId="{2ABF0820-4202-410C-BAD0-5AE6E8B0E2DA}">
      <dsp:nvSpPr>
        <dsp:cNvPr id="0" name=""/>
        <dsp:cNvSpPr/>
      </dsp:nvSpPr>
      <dsp:spPr>
        <a:xfrm>
          <a:off x="0" y="4543157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A812307-11B2-4833-A07F-8D6DD6A9D057}">
      <dsp:nvSpPr>
        <dsp:cNvPr id="0" name=""/>
        <dsp:cNvSpPr/>
      </dsp:nvSpPr>
      <dsp:spPr>
        <a:xfrm>
          <a:off x="0" y="4543157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Récurrence (initialisation + hérédité)</a:t>
          </a:r>
        </a:p>
      </dsp:txBody>
      <dsp:txXfrm>
        <a:off x="0" y="4543157"/>
        <a:ext cx="5000124" cy="90809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33CF59-9776-42E0-9402-FE24B7A1F8E0}">
      <dsp:nvSpPr>
        <dsp:cNvPr id="0" name=""/>
        <dsp:cNvSpPr/>
      </dsp:nvSpPr>
      <dsp:spPr>
        <a:xfrm>
          <a:off x="0" y="354394"/>
          <a:ext cx="5000124" cy="232504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Si a,b ∈ ℚ alors a+b ∈ ℚ</a:t>
          </a:r>
        </a:p>
      </dsp:txBody>
      <dsp:txXfrm>
        <a:off x="113499" y="467893"/>
        <a:ext cx="4773126" cy="2098047"/>
      </dsp:txXfrm>
    </dsp:sp>
    <dsp:sp modelId="{F5D8F6C4-FE81-48F7-B556-B523B160CA67}">
      <dsp:nvSpPr>
        <dsp:cNvPr id="0" name=""/>
        <dsp:cNvSpPr/>
      </dsp:nvSpPr>
      <dsp:spPr>
        <a:xfrm>
          <a:off x="0" y="2774480"/>
          <a:ext cx="5000124" cy="2325045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Idée : écrire a=p/q, b=p'/q' puis additionner et montrer que le résultat est encore rationnel</a:t>
          </a:r>
        </a:p>
      </dsp:txBody>
      <dsp:txXfrm>
        <a:off x="113499" y="2887979"/>
        <a:ext cx="4773126" cy="209804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A28326-9490-4141-9D76-4A6600EBD9E7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B15E190-EB7E-4397-9975-4B7865E515E6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Cas 1 : x≥1 → |x−1|=x−1 ; comparer avec x²−x+1</a:t>
          </a:r>
        </a:p>
      </dsp:txBody>
      <dsp:txXfrm>
        <a:off x="0" y="2663"/>
        <a:ext cx="5000124" cy="1816197"/>
      </dsp:txXfrm>
    </dsp:sp>
    <dsp:sp modelId="{0C80F1FF-DF8C-4845-A22B-4809F2798CA6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D53E07-E49A-42FC-AF4E-82587AB5F53F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Cas 2 : x&lt;1 → |x−1|=−(x−1) ; comparer avec x²−x+1</a:t>
          </a:r>
        </a:p>
      </dsp:txBody>
      <dsp:txXfrm>
        <a:off x="0" y="1818861"/>
        <a:ext cx="5000124" cy="1816197"/>
      </dsp:txXfrm>
    </dsp:sp>
    <dsp:sp modelId="{D334BD75-6C2F-426F-B9C7-14664DD1EA4E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6EDF824-1ABC-413F-A84E-920B4DE24505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Conclusion : inégalité vraie dans tous les cas</a:t>
          </a:r>
        </a:p>
      </dsp:txBody>
      <dsp:txXfrm>
        <a:off x="0" y="3635058"/>
        <a:ext cx="5000124" cy="181619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095292-3F52-4F99-8FD8-A7518079C8CE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34A3CCE-2B61-48E1-9C32-94B611E643A7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 : « n est pair » ; Q : « n² est pair »</a:t>
          </a:r>
        </a:p>
      </dsp:txBody>
      <dsp:txXfrm>
        <a:off x="0" y="2663"/>
        <a:ext cx="5000124" cy="1816197"/>
      </dsp:txXfrm>
    </dsp:sp>
    <dsp:sp modelId="{1A4B4C60-5463-45E1-9A6A-98F8FB9A385C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067C488-191B-4CC1-A2A4-15F417EDF1EA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Contraposée : ¬Q ⇒ ¬P, i.e., « si n² est impair alors n est impair »</a:t>
          </a:r>
        </a:p>
      </dsp:txBody>
      <dsp:txXfrm>
        <a:off x="0" y="1818861"/>
        <a:ext cx="5000124" cy="1816197"/>
      </dsp:txXfrm>
    </dsp:sp>
    <dsp:sp modelId="{C44E8EAA-7E00-4049-9C3F-6EB8FDAEAE15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0985756-DADC-4FD7-B337-85C258A2CC05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Démontrer cette forme est souvent plus naturelle</a:t>
          </a:r>
        </a:p>
      </dsp:txBody>
      <dsp:txXfrm>
        <a:off x="0" y="3635058"/>
        <a:ext cx="5000124" cy="181619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39B180-BB70-44D8-B9D7-36C8356FE95A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DB58161-A10D-4AAD-A360-8F2520FCA2D7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Supposer a/(1+b)=b/(1+a) ET a≠b</a:t>
          </a:r>
        </a:p>
      </dsp:txBody>
      <dsp:txXfrm>
        <a:off x="0" y="2663"/>
        <a:ext cx="5000124" cy="1816197"/>
      </dsp:txXfrm>
    </dsp:sp>
    <dsp:sp modelId="{600CEF17-CE53-4399-A1C2-21636861E3D7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9E694F-D988-4693-B213-2C34103F89AF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Manipulations algébriques ⇒ contradiction (a+b=−1 impossible)</a:t>
          </a:r>
        </a:p>
      </dsp:txBody>
      <dsp:txXfrm>
        <a:off x="0" y="1818861"/>
        <a:ext cx="5000124" cy="1816197"/>
      </dsp:txXfrm>
    </dsp:sp>
    <dsp:sp modelId="{55EB42FB-6E16-448A-A9E1-C4CFC0365F52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8A4B99B-8D1A-4F49-9BE0-546EFF78F393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Donc a=b</a:t>
          </a:r>
        </a:p>
      </dsp:txBody>
      <dsp:txXfrm>
        <a:off x="0" y="3635058"/>
        <a:ext cx="5000124" cy="181619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77BEEA-6B4E-465F-A604-6374D7E9265C}">
      <dsp:nvSpPr>
        <dsp:cNvPr id="0" name=""/>
        <dsp:cNvSpPr/>
      </dsp:nvSpPr>
      <dsp:spPr>
        <a:xfrm>
          <a:off x="0" y="66810"/>
          <a:ext cx="5000124" cy="260686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Pour « ∀x P(x) », un seul x qui viole P suffit à réfuter</a:t>
          </a:r>
        </a:p>
      </dsp:txBody>
      <dsp:txXfrm>
        <a:off x="127257" y="194067"/>
        <a:ext cx="4745610" cy="2352355"/>
      </dsp:txXfrm>
    </dsp:sp>
    <dsp:sp modelId="{F0EF36CE-9290-45AC-88D1-4BFE2ADED02A}">
      <dsp:nvSpPr>
        <dsp:cNvPr id="0" name=""/>
        <dsp:cNvSpPr/>
      </dsp:nvSpPr>
      <dsp:spPr>
        <a:xfrm>
          <a:off x="0" y="2780239"/>
          <a:ext cx="5000124" cy="260686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Ex : « Tout entier positif est somme de trois carrés » — 7 est un contre-exemple</a:t>
          </a:r>
        </a:p>
      </dsp:txBody>
      <dsp:txXfrm>
        <a:off x="127257" y="2907496"/>
        <a:ext cx="4745610" cy="235235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A64C75-F80A-4FAE-925E-77CB6715A22C}">
      <dsp:nvSpPr>
        <dsp:cNvPr id="0" name=""/>
        <dsp:cNvSpPr/>
      </dsp:nvSpPr>
      <dsp:spPr>
        <a:xfrm>
          <a:off x="0" y="519709"/>
          <a:ext cx="5000124" cy="2126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624840" rIns="388065" bIns="2133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Initialisation (n0) ; Hérédité (n→n+1) ; Conclusion</a:t>
          </a:r>
        </a:p>
      </dsp:txBody>
      <dsp:txXfrm>
        <a:off x="0" y="519709"/>
        <a:ext cx="5000124" cy="2126250"/>
      </dsp:txXfrm>
    </dsp:sp>
    <dsp:sp modelId="{BD09BD05-CDC7-49E3-B803-0D579B14A921}">
      <dsp:nvSpPr>
        <dsp:cNvPr id="0" name=""/>
        <dsp:cNvSpPr/>
      </dsp:nvSpPr>
      <dsp:spPr>
        <a:xfrm>
          <a:off x="250006" y="76909"/>
          <a:ext cx="3500086" cy="8856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Principe</a:t>
          </a:r>
        </a:p>
      </dsp:txBody>
      <dsp:txXfrm>
        <a:off x="293237" y="120140"/>
        <a:ext cx="3413624" cy="799138"/>
      </dsp:txXfrm>
    </dsp:sp>
    <dsp:sp modelId="{891D85D0-2E5E-4A8C-95A5-AAC0421B92C3}">
      <dsp:nvSpPr>
        <dsp:cNvPr id="0" name=""/>
        <dsp:cNvSpPr/>
      </dsp:nvSpPr>
      <dsp:spPr>
        <a:xfrm>
          <a:off x="0" y="3250759"/>
          <a:ext cx="5000124" cy="2126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624840" rIns="388065" bIns="2133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2^n &gt; n pour n≥0 ; ou somme 1+2+…+n = n(n+1)/2</a:t>
          </a:r>
        </a:p>
      </dsp:txBody>
      <dsp:txXfrm>
        <a:off x="0" y="3250759"/>
        <a:ext cx="5000124" cy="2126250"/>
      </dsp:txXfrm>
    </dsp:sp>
    <dsp:sp modelId="{EBEE72C3-1863-42B9-BF72-CC0A790F70DC}">
      <dsp:nvSpPr>
        <dsp:cNvPr id="0" name=""/>
        <dsp:cNvSpPr/>
      </dsp:nvSpPr>
      <dsp:spPr>
        <a:xfrm>
          <a:off x="250006" y="2807960"/>
          <a:ext cx="3500086" cy="88560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Exemple simple</a:t>
          </a:r>
        </a:p>
      </dsp:txBody>
      <dsp:txXfrm>
        <a:off x="293237" y="2851191"/>
        <a:ext cx="3413624" cy="79913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4D80AB-C8ED-4FD6-BF0F-5EE4F02FADC4}">
      <dsp:nvSpPr>
        <dsp:cNvPr id="0" name=""/>
        <dsp:cNvSpPr/>
      </dsp:nvSpPr>
      <dsp:spPr>
        <a:xfrm>
          <a:off x="0" y="46309"/>
          <a:ext cx="5000124" cy="127120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V/F — P⇒Q ≡ ¬P∨Q</a:t>
          </a:r>
        </a:p>
      </dsp:txBody>
      <dsp:txXfrm>
        <a:off x="62055" y="108364"/>
        <a:ext cx="4876014" cy="1147095"/>
      </dsp:txXfrm>
    </dsp:sp>
    <dsp:sp modelId="{6525ED50-F9A6-4600-9DD0-F02F3F36AB5B}">
      <dsp:nvSpPr>
        <dsp:cNvPr id="0" name=""/>
        <dsp:cNvSpPr/>
      </dsp:nvSpPr>
      <dsp:spPr>
        <a:xfrm>
          <a:off x="0" y="1409674"/>
          <a:ext cx="5000124" cy="1271205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Contraposée de « si p alors q » ?</a:t>
          </a:r>
        </a:p>
      </dsp:txBody>
      <dsp:txXfrm>
        <a:off x="62055" y="1471729"/>
        <a:ext cx="4876014" cy="1147095"/>
      </dsp:txXfrm>
    </dsp:sp>
    <dsp:sp modelId="{1A13B160-8B1E-4266-96CF-3ABE8486756B}">
      <dsp:nvSpPr>
        <dsp:cNvPr id="0" name=""/>
        <dsp:cNvSpPr/>
      </dsp:nvSpPr>
      <dsp:spPr>
        <a:xfrm>
          <a:off x="0" y="2773040"/>
          <a:ext cx="5000124" cy="1271205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Simplifier ¬(¬p ∨ q)</a:t>
          </a:r>
        </a:p>
      </dsp:txBody>
      <dsp:txXfrm>
        <a:off x="62055" y="2835095"/>
        <a:ext cx="4876014" cy="1147095"/>
      </dsp:txXfrm>
    </dsp:sp>
    <dsp:sp modelId="{6452D37B-B034-4D15-93D3-17881655188B}">
      <dsp:nvSpPr>
        <dsp:cNvPr id="0" name=""/>
        <dsp:cNvSpPr/>
      </dsp:nvSpPr>
      <dsp:spPr>
        <a:xfrm>
          <a:off x="0" y="4136405"/>
          <a:ext cx="5000124" cy="1271205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Donner un exemple où OU exclusif (XOR) est pertinent</a:t>
          </a:r>
        </a:p>
      </dsp:txBody>
      <dsp:txXfrm>
        <a:off x="62055" y="4198460"/>
        <a:ext cx="4876014" cy="114709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A41F15-89E5-4ABF-8D33-E1778D031D95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1ED6BAC-6AF1-42FD-A96E-7B0984A3704A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2-3 </a:t>
          </a:r>
          <a:r>
            <a:rPr lang="en-US" sz="2800" kern="1200" dirty="0" err="1"/>
            <a:t>équivalences</a:t>
          </a:r>
          <a:r>
            <a:rPr lang="en-US" sz="2800" kern="1200" dirty="0"/>
            <a:t> à </a:t>
          </a:r>
          <a:r>
            <a:rPr lang="en-US" sz="2800" kern="1200" dirty="0" err="1"/>
            <a:t>retenir</a:t>
          </a:r>
          <a:r>
            <a:rPr lang="en-US" sz="2800" kern="1200" dirty="0"/>
            <a:t> : De Morgan, </a:t>
          </a:r>
          <a:r>
            <a:rPr lang="en-US" sz="2800" kern="1200" dirty="0" err="1"/>
            <a:t>implication↔disjonction</a:t>
          </a:r>
          <a:r>
            <a:rPr lang="en-US" sz="2800" kern="1200" dirty="0"/>
            <a:t>, </a:t>
          </a:r>
          <a:r>
            <a:rPr lang="en-US" sz="2800" kern="1200" dirty="0" err="1"/>
            <a:t>contraposée</a:t>
          </a:r>
          <a:endParaRPr lang="en-US" sz="2800" kern="1200" dirty="0"/>
        </a:p>
      </dsp:txBody>
      <dsp:txXfrm>
        <a:off x="0" y="2663"/>
        <a:ext cx="5000124" cy="1816197"/>
      </dsp:txXfrm>
    </dsp:sp>
    <dsp:sp modelId="{F7CB43CA-C363-4F8E-9DF8-28FBB412D8E2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67B849-7D83-4A3C-BF5C-BF5938F4EE0C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Méthodes de raisonnement : choisir la stratégie adaptée</a:t>
          </a:r>
        </a:p>
      </dsp:txBody>
      <dsp:txXfrm>
        <a:off x="0" y="1818861"/>
        <a:ext cx="5000124" cy="1816197"/>
      </dsp:txXfrm>
    </dsp:sp>
    <dsp:sp modelId="{D865599D-5F64-4657-AD58-F64621D8C533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14F0C3C-A4A0-4601-838F-60F442683704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Prochaine étape : pratique guidée + tickets de sortie</a:t>
          </a:r>
        </a:p>
      </dsp:txBody>
      <dsp:txXfrm>
        <a:off x="0" y="3635058"/>
        <a:ext cx="5000124" cy="1816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7597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Présenter le plan de séance, rassurer : cours accessible sans code. Relier aux problèmes concrets (conditions, validation).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Énoncer les résultats attendus et les usages en info (conditions, filtres, schémas d’arguments courts).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Introduire l’idée que la logique est un langage pour exprimer et vérifier ; exemples inspirés du document de référence.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Insister : distinguer assertion/ordre/question. Préparer aux connecteurs.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Soulever l’ambiguïté du OU en français ; préciser qu’ici OU est inclusif par défaut.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Comparer au sens intuitif : toutes les conditions doivent être remplies.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Rappeler l’exemple des cartes : as OU cœur — l’as de cœur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négation inverse la valeur de vérité.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« L’un ou l’autre, pas les deux » — utile pour certaines règles métiers.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Illustrer par 2–3 exemples (vrais/faux).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Relier à la définition (¬P) ∨ 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Vrai quand P et Q ont la même valeur.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Montrer que ces équivalences se vérifient par tables de vérité.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Faire travailler en binômes — 3–4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Donner 2–3 exemples concrets ; insister sur l’ordre des quantificateurs.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Rappeler la méthode systématique de négation des quantificateurs.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Présenter le choix de la méthode selon le problème.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Souligner l’enchaînement logique : hypothèses → transformations →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Montrer la structure d’un ‘cas par cas’ propre.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Faire écrire n=2k+1 pour conclure sur n² impair.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Rappeler la stratégie : supposer le contraire de ce que l’on veut prouver.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Faire produire d’autres contre-exemples en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Insister sur la rédaction : nommer P(n), trois étapes claires.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Corrigé : Vrai ; ¬q⇒¬p ; p∧¬q ; ex. ‘fromage ou dessert’.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Enchaîner vers le notebook/fiche d’exercices.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2.png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2.png"/><Relationship Id="rId9" Type="http://schemas.microsoft.com/office/2007/relationships/diagramDrawing" Target="../diagrams/drawing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2.png"/><Relationship Id="rId9" Type="http://schemas.microsoft.com/office/2007/relationships/diagramDrawing" Target="../diagrams/drawin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2.png"/><Relationship Id="rId9" Type="http://schemas.microsoft.com/office/2007/relationships/diagramDrawing" Target="../diagrams/drawin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image" Target="../media/image2.png"/><Relationship Id="rId9" Type="http://schemas.microsoft.com/office/2007/relationships/diagramDrawing" Target="../diagrams/drawing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4" Type="http://schemas.openxmlformats.org/officeDocument/2006/relationships/image" Target="../media/image2.png"/><Relationship Id="rId9" Type="http://schemas.microsoft.com/office/2007/relationships/diagramDrawing" Target="../diagrams/drawing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8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8.xml"/><Relationship Id="rId5" Type="http://schemas.openxmlformats.org/officeDocument/2006/relationships/diagramData" Target="../diagrams/data8.xml"/><Relationship Id="rId4" Type="http://schemas.openxmlformats.org/officeDocument/2006/relationships/image" Target="../media/image2.png"/><Relationship Id="rId9" Type="http://schemas.microsoft.com/office/2007/relationships/diagramDrawing" Target="../diagrams/drawing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9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9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9.xml"/><Relationship Id="rId5" Type="http://schemas.openxmlformats.org/officeDocument/2006/relationships/diagramData" Target="../diagrams/data9.xml"/><Relationship Id="rId4" Type="http://schemas.openxmlformats.org/officeDocument/2006/relationships/image" Target="../media/image2.png"/><Relationship Id="rId9" Type="http://schemas.microsoft.com/office/2007/relationships/diagramDrawing" Target="../diagrams/drawing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0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0.xml"/><Relationship Id="rId5" Type="http://schemas.openxmlformats.org/officeDocument/2006/relationships/diagramData" Target="../diagrams/data10.xml"/><Relationship Id="rId4" Type="http://schemas.openxmlformats.org/officeDocument/2006/relationships/image" Target="../media/image2.png"/><Relationship Id="rId9" Type="http://schemas.microsoft.com/office/2007/relationships/diagramDrawing" Target="../diagrams/drawing1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1.xml"/><Relationship Id="rId5" Type="http://schemas.openxmlformats.org/officeDocument/2006/relationships/diagramData" Target="../diagrams/data11.xml"/><Relationship Id="rId4" Type="http://schemas.openxmlformats.org/officeDocument/2006/relationships/image" Target="../media/image2.png"/><Relationship Id="rId9" Type="http://schemas.microsoft.com/office/2007/relationships/diagramDrawing" Target="../diagrams/drawing1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2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2.xml"/><Relationship Id="rId5" Type="http://schemas.openxmlformats.org/officeDocument/2006/relationships/diagramData" Target="../diagrams/data12.xml"/><Relationship Id="rId4" Type="http://schemas.openxmlformats.org/officeDocument/2006/relationships/image" Target="../media/image2.png"/><Relationship Id="rId9" Type="http://schemas.microsoft.com/office/2007/relationships/diagramDrawing" Target="../diagrams/drawing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3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3.xml"/><Relationship Id="rId5" Type="http://schemas.openxmlformats.org/officeDocument/2006/relationships/diagramData" Target="../diagrams/data13.xml"/><Relationship Id="rId4" Type="http://schemas.openxmlformats.org/officeDocument/2006/relationships/image" Target="../media/image2.png"/><Relationship Id="rId9" Type="http://schemas.microsoft.com/office/2007/relationships/diagramDrawing" Target="../diagrams/drawing1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4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4.xml"/><Relationship Id="rId5" Type="http://schemas.openxmlformats.org/officeDocument/2006/relationships/diagramData" Target="../diagrams/data14.xml"/><Relationship Id="rId4" Type="http://schemas.openxmlformats.org/officeDocument/2006/relationships/image" Target="../media/image2.png"/><Relationship Id="rId9" Type="http://schemas.microsoft.com/office/2007/relationships/diagramDrawing" Target="../diagrams/drawing1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5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5.xml"/><Relationship Id="rId5" Type="http://schemas.openxmlformats.org/officeDocument/2006/relationships/diagramData" Target="../diagrams/data15.xml"/><Relationship Id="rId4" Type="http://schemas.openxmlformats.org/officeDocument/2006/relationships/image" Target="../media/image2.png"/><Relationship Id="rId9" Type="http://schemas.microsoft.com/office/2007/relationships/diagramDrawing" Target="../diagrams/drawing1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6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6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6.xml"/><Relationship Id="rId5" Type="http://schemas.openxmlformats.org/officeDocument/2006/relationships/diagramData" Target="../diagrams/data16.xml"/><Relationship Id="rId4" Type="http://schemas.openxmlformats.org/officeDocument/2006/relationships/image" Target="../media/image2.png"/><Relationship Id="rId9" Type="http://schemas.microsoft.com/office/2007/relationships/diagramDrawing" Target="../diagrams/drawing1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7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7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7.xml"/><Relationship Id="rId5" Type="http://schemas.openxmlformats.org/officeDocument/2006/relationships/diagramData" Target="../diagrams/data17.xml"/><Relationship Id="rId4" Type="http://schemas.openxmlformats.org/officeDocument/2006/relationships/image" Target="../media/image2.png"/><Relationship Id="rId9" Type="http://schemas.microsoft.com/office/2007/relationships/diagramDrawing" Target="../diagrams/drawing1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8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8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8.xml"/><Relationship Id="rId5" Type="http://schemas.openxmlformats.org/officeDocument/2006/relationships/diagramData" Target="../diagrams/data18.xml"/><Relationship Id="rId4" Type="http://schemas.openxmlformats.org/officeDocument/2006/relationships/image" Target="../media/image2.png"/><Relationship Id="rId9" Type="http://schemas.microsoft.com/office/2007/relationships/diagramDrawing" Target="../diagrams/drawin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fr-FR" sz="4200" dirty="0">
                <a:solidFill>
                  <a:srgbClr val="FFFFFF"/>
                </a:solidFill>
              </a:rPr>
              <a:t>Séance 2 - Logique</a:t>
            </a:r>
          </a:p>
          <a:p>
            <a:pPr algn="l"/>
            <a:r>
              <a:rPr lang="fr-FR" sz="4200" dirty="0">
                <a:solidFill>
                  <a:srgbClr val="FFFFFF"/>
                </a:solidFill>
              </a:rPr>
              <a:t>Mathématiques pour Informaticien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fr-FR" sz="3000" dirty="0"/>
              <a:t>Ambiguïtés du langage • Connecteurs • Tables de vérité • Implication/équivalence • Quantificateurs • Méthodes de raisonnement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9583C9-24E6-BECC-A8C3-B84EFD5A7F82}"/>
              </a:ext>
            </a:extLst>
          </p:cNvPr>
          <p:cNvSpPr txBox="1"/>
          <p:nvPr/>
        </p:nvSpPr>
        <p:spPr>
          <a:xfrm>
            <a:off x="986117" y="3921201"/>
            <a:ext cx="6906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chemeClr val="bg1"/>
                </a:solidFill>
              </a:rPr>
              <a:t>Préparé par: Geovany Batista Polo  - Data Science &amp; Analytics </a:t>
            </a:r>
            <a:r>
              <a:rPr lang="fr-FR" noProof="0" dirty="0" err="1">
                <a:solidFill>
                  <a:schemeClr val="bg1"/>
                </a:solidFill>
              </a:rPr>
              <a:t>Engineer</a:t>
            </a:r>
            <a:endParaRPr lang="fr-FR" noProof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Objectifs de la séance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4D040CD-F139-4A09-39DD-453192C3B3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428150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fr-FR" sz="3500">
                <a:solidFill>
                  <a:srgbClr val="FFFFFF"/>
                </a:solidFill>
              </a:rPr>
              <a:t>Pourquoi la logique ? Ambiguïtés &amp; rigueur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A3A8BDA-A417-2E7E-73BB-A37872CFFA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755877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2700">
                <a:solidFill>
                  <a:srgbClr val="FFFFFF"/>
                </a:solidFill>
              </a:rPr>
              <a:t>Assertions (propositions)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14091A0-4707-0E80-EE49-E4A75FDEAF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098700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Connecteurs logiques — définitions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9D86A8B-0FAC-EAAB-DA88-8ACA75BCBC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799776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1" y="891652"/>
            <a:ext cx="3309016" cy="3030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Table de </a:t>
            </a: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vérité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- ET (P ∧ Q)</a:t>
            </a: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63493"/>
              </p:ext>
            </p:extLst>
          </p:nvPr>
        </p:nvGraphicFramePr>
        <p:xfrm>
          <a:off x="4572000" y="944587"/>
          <a:ext cx="4206241" cy="492438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089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4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2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54396">
                <a:tc>
                  <a:txBody>
                    <a:bodyPr/>
                    <a:lstStyle/>
                    <a:p>
                      <a:r>
                        <a:rPr sz="3000" b="0" cap="all" spc="150">
                          <a:solidFill>
                            <a:schemeClr val="lt1"/>
                          </a:solidFill>
                        </a:rPr>
                        <a:t>P</a:t>
                      </a:r>
                    </a:p>
                  </a:txBody>
                  <a:tcPr marL="260702" marR="260702" marT="260702" marB="260702" anchor="ctr">
                    <a:lnL w="12700" cmpd="sng"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 cap="all" spc="150">
                          <a:solidFill>
                            <a:schemeClr val="lt1"/>
                          </a:solidFill>
                        </a:rPr>
                        <a:t>Q</a:t>
                      </a:r>
                    </a:p>
                  </a:txBody>
                  <a:tcPr marL="260702" marR="260702" marT="260702" marB="2607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 cap="all" spc="150">
                          <a:solidFill>
                            <a:schemeClr val="lt1"/>
                          </a:solidFill>
                        </a:rPr>
                        <a:t>P ∧ Q</a:t>
                      </a:r>
                    </a:p>
                  </a:txBody>
                  <a:tcPr marL="260702" marR="260702" marT="260702" marB="2607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7496">
                <a:tc>
                  <a:txBody>
                    <a:bodyPr/>
                    <a:lstStyle/>
                    <a:p>
                      <a:r>
                        <a:rPr sz="25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60702" marR="260702" marT="260702" marB="26070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5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60702" marR="260702" marT="260702" marB="26070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5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60702" marR="260702" marT="260702" marB="26070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7496">
                <a:tc>
                  <a:txBody>
                    <a:bodyPr/>
                    <a:lstStyle/>
                    <a:p>
                      <a:r>
                        <a:rPr sz="25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60702" marR="260702" marT="260702" marB="26070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260702" marR="260702" marT="260702" marB="26070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260702" marR="260702" marT="260702" marB="26070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7496">
                <a:tc>
                  <a:txBody>
                    <a:bodyPr/>
                    <a:lstStyle/>
                    <a:p>
                      <a:r>
                        <a:rPr sz="25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260702" marR="260702" marT="260702" marB="26070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5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60702" marR="260702" marT="260702" marB="26070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5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260702" marR="260702" marT="260702" marB="26070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7496">
                <a:tc>
                  <a:txBody>
                    <a:bodyPr/>
                    <a:lstStyle/>
                    <a:p>
                      <a:r>
                        <a:rPr sz="25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260702" marR="260702" marT="260702" marB="26070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260702" marR="260702" marT="260702" marB="26070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260702" marR="260702" marT="260702" marB="26070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Table de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vérité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- OU (P ∨ Q)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432360"/>
              </p:ext>
            </p:extLst>
          </p:nvPr>
        </p:nvGraphicFramePr>
        <p:xfrm>
          <a:off x="4265719" y="1557020"/>
          <a:ext cx="3641516" cy="3743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00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3496">
                <a:tc>
                  <a:txBody>
                    <a:bodyPr/>
                    <a:lstStyle/>
                    <a:p>
                      <a:r>
                        <a:rPr lang="en-US" sz="3700"/>
                        <a:t>P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700"/>
                        <a:t>Q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700"/>
                        <a:t>P ∨ Q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1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1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1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1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0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1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0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1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1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0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0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0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1" y="891652"/>
            <a:ext cx="3309016" cy="3030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Table de </a:t>
            </a: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vérité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- NON (¬P)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213800"/>
              </p:ext>
            </p:extLst>
          </p:nvPr>
        </p:nvGraphicFramePr>
        <p:xfrm>
          <a:off x="5691028" y="2315591"/>
          <a:ext cx="1968183" cy="218236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46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r>
                        <a:rPr lang="en-US" sz="3700"/>
                        <a:t>P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700"/>
                        <a:t>¬P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136">
                <a:tc>
                  <a:txBody>
                    <a:bodyPr/>
                    <a:lstStyle/>
                    <a:p>
                      <a:r>
                        <a:rPr lang="en-US" sz="3300"/>
                        <a:t>1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0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136">
                <a:tc>
                  <a:txBody>
                    <a:bodyPr/>
                    <a:lstStyle/>
                    <a:p>
                      <a:r>
                        <a:rPr lang="en-US" sz="3300"/>
                        <a:t>0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1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OU exclusif (XOR)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019535"/>
              </p:ext>
            </p:extLst>
          </p:nvPr>
        </p:nvGraphicFramePr>
        <p:xfrm>
          <a:off x="3376821" y="689089"/>
          <a:ext cx="5419312" cy="5479823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405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9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4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64575">
                <a:tc>
                  <a:txBody>
                    <a:bodyPr/>
                    <a:lstStyle/>
                    <a:p>
                      <a:r>
                        <a:rPr sz="3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</a:t>
                      </a:r>
                    </a:p>
                  </a:txBody>
                  <a:tcPr marL="493974" marR="296385" marT="296385" marB="2963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3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Q</a:t>
                      </a:r>
                    </a:p>
                  </a:txBody>
                  <a:tcPr marL="493974" marR="296385" marT="296385" marB="2963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3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 ⊕ Q</a:t>
                      </a:r>
                    </a:p>
                  </a:txBody>
                  <a:tcPr marL="493974" marR="296385" marT="296385" marB="2963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3812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493974" marR="256867" marT="256867" marB="2568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493974" marR="256867" marT="256867" marB="2568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 marL="493974" marR="256867" marT="256867" marB="2568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3812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493974" marR="256867" marT="256867" marB="2568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 marL="493974" marR="256867" marT="256867" marB="2568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493974" marR="256867" marT="256867" marB="2568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3812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 marL="493974" marR="256867" marT="256867" marB="2568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493974" marR="256867" marT="256867" marB="2568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493974" marR="256867" marT="256867" marB="2568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3812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 marL="493974" marR="256867" marT="256867" marB="2568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 marL="493974" marR="256867" marT="256867" marB="2568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 marL="493974" marR="256867" marT="256867" marB="2568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Implication (P ⇒ Q)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968A841-40D8-744D-4D76-45C6F307C4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569481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Table de </a:t>
            </a:r>
            <a:r>
              <a:rPr lang="en-US" sz="3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vérité</a:t>
            </a: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- Implication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765983"/>
              </p:ext>
            </p:extLst>
          </p:nvPr>
        </p:nvGraphicFramePr>
        <p:xfrm>
          <a:off x="4200235" y="1557020"/>
          <a:ext cx="3772484" cy="3743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00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3496">
                <a:tc>
                  <a:txBody>
                    <a:bodyPr/>
                    <a:lstStyle/>
                    <a:p>
                      <a:r>
                        <a:rPr lang="en-US" sz="3700"/>
                        <a:t>P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700"/>
                        <a:t>Q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700"/>
                        <a:t>P ⇒ Q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1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1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1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1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0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0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0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1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1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0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0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1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Biconditionnel (P ⇔ Q)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642350"/>
              </p:ext>
            </p:extLst>
          </p:nvPr>
        </p:nvGraphicFramePr>
        <p:xfrm>
          <a:off x="3987159" y="878477"/>
          <a:ext cx="4198637" cy="5101050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054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5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0210">
                <a:tc>
                  <a:txBody>
                    <a:bodyPr/>
                    <a:lstStyle/>
                    <a:p>
                      <a:r>
                        <a:rPr sz="3300" b="0" cap="none" spc="0">
                          <a:solidFill>
                            <a:schemeClr val="bg1"/>
                          </a:solidFill>
                        </a:rPr>
                        <a:t>P</a:t>
                      </a:r>
                    </a:p>
                  </a:txBody>
                  <a:tcPr marL="280198" marR="215537" marT="215537" marB="21553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300" b="0" cap="none" spc="0">
                          <a:solidFill>
                            <a:schemeClr val="bg1"/>
                          </a:solidFill>
                        </a:rPr>
                        <a:t>Q</a:t>
                      </a:r>
                    </a:p>
                  </a:txBody>
                  <a:tcPr marL="280198" marR="215537" marT="215537" marB="21553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300" b="0" cap="none" spc="0">
                          <a:solidFill>
                            <a:schemeClr val="bg1"/>
                          </a:solidFill>
                        </a:rPr>
                        <a:t>P ⇔ Q</a:t>
                      </a:r>
                    </a:p>
                  </a:txBody>
                  <a:tcPr marL="280198" marR="215537" marT="215537" marB="21553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0210">
                <a:tc>
                  <a:txBody>
                    <a:bodyPr/>
                    <a:lstStyle/>
                    <a:p>
                      <a:r>
                        <a:rPr sz="33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80198" marR="215537" marT="215537" marB="215537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33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80198" marR="215537" marT="215537" marB="215537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33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80198" marR="215537" marT="215537" marB="215537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0210">
                <a:tc>
                  <a:txBody>
                    <a:bodyPr/>
                    <a:lstStyle/>
                    <a:p>
                      <a:r>
                        <a:rPr sz="33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80198" marR="215537" marT="215537" marB="215537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3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280198" marR="215537" marT="215537" marB="215537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3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280198" marR="215537" marT="215537" marB="215537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0210">
                <a:tc>
                  <a:txBody>
                    <a:bodyPr/>
                    <a:lstStyle/>
                    <a:p>
                      <a:r>
                        <a:rPr sz="33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280198" marR="215537" marT="215537" marB="215537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33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80198" marR="215537" marT="215537" marB="215537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33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280198" marR="215537" marT="215537" marB="215537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0210">
                <a:tc>
                  <a:txBody>
                    <a:bodyPr/>
                    <a:lstStyle/>
                    <a:p>
                      <a:r>
                        <a:rPr sz="33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280198" marR="215537" marT="215537" marB="215537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3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280198" marR="215537" marT="215537" marB="215537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3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80198" marR="215537" marT="215537" marB="215537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Équivalences à connaître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8901E05-87B0-7809-CB58-77362CF094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482587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 dirty="0">
                <a:solidFill>
                  <a:srgbClr val="FFFFFF"/>
                </a:solidFill>
              </a:rPr>
              <a:t>Atelier - </a:t>
            </a:r>
            <a:r>
              <a:rPr lang="en-US" sz="3200" dirty="0" err="1">
                <a:solidFill>
                  <a:srgbClr val="FFFFFF"/>
                </a:solidFill>
              </a:rPr>
              <a:t>vérifier</a:t>
            </a:r>
            <a:r>
              <a:rPr lang="en-US" sz="3200" dirty="0">
                <a:solidFill>
                  <a:srgbClr val="FFFFFF"/>
                </a:solidFill>
              </a:rPr>
              <a:t> des </a:t>
            </a:r>
            <a:r>
              <a:rPr lang="en-US" sz="3200" dirty="0" err="1">
                <a:solidFill>
                  <a:srgbClr val="FFFFFF"/>
                </a:solidFill>
              </a:rPr>
              <a:t>équivalences</a:t>
            </a:r>
            <a:endParaRPr lang="en-US" sz="3200" dirty="0">
              <a:solidFill>
                <a:srgbClr val="FFFFFF"/>
              </a:solidFill>
            </a:endParaRP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A3E9E78-FC55-DF63-231F-2A23CFD3B0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590788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2700" dirty="0" err="1">
                <a:solidFill>
                  <a:srgbClr val="FFFFFF"/>
                </a:solidFill>
              </a:rPr>
              <a:t>Quantificateurs</a:t>
            </a:r>
            <a:r>
              <a:rPr lang="en-US" sz="2700" dirty="0">
                <a:solidFill>
                  <a:srgbClr val="FFFFFF"/>
                </a:solidFill>
              </a:rPr>
              <a:t> - ∀ et ∃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EC1D295-E4D3-6182-ADD9-580A275849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097042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Exercices — traduire en logique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07F2F84-51BA-77C0-F9B4-E8725FFC64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264620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000" dirty="0" err="1">
                <a:solidFill>
                  <a:srgbClr val="FFFFFF"/>
                </a:solidFill>
              </a:rPr>
              <a:t>Méthodes</a:t>
            </a:r>
            <a:r>
              <a:rPr lang="en-US" sz="3000" dirty="0">
                <a:solidFill>
                  <a:srgbClr val="FFFFFF"/>
                </a:solidFill>
              </a:rPr>
              <a:t> de </a:t>
            </a:r>
            <a:r>
              <a:rPr lang="en-US" sz="3000" dirty="0" err="1">
                <a:solidFill>
                  <a:srgbClr val="FFFFFF"/>
                </a:solidFill>
              </a:rPr>
              <a:t>raisonnement</a:t>
            </a:r>
            <a:r>
              <a:rPr lang="en-US" sz="3000" dirty="0">
                <a:solidFill>
                  <a:srgbClr val="FFFFFF"/>
                </a:solidFill>
              </a:rPr>
              <a:t> - panorama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70DB9C0-02D9-9F06-AFE4-BEA4BAD122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276473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fr-FR" sz="3500" dirty="0">
                <a:solidFill>
                  <a:srgbClr val="FFFFFF"/>
                </a:solidFill>
              </a:rPr>
              <a:t>Exemple (direct) - somme de rationnels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0669F7F-68AC-A0E0-93A0-6CCD2E918D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078650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fr-FR" sz="3200" dirty="0">
                <a:solidFill>
                  <a:srgbClr val="FFFFFF"/>
                </a:solidFill>
              </a:rPr>
              <a:t>Exemple (cas par cas) - |x−1| ≤ x²−x+1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56575BF-3ADE-7214-020E-655F69D655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191734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</a:rPr>
              <a:t>Exemple (contraposée) - si n² est pair alors n est pair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C991B67-E1CD-9B38-EF1B-F1BD6328B2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27716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pt-BR" sz="2500" dirty="0">
                <a:solidFill>
                  <a:srgbClr val="FFFFFF"/>
                </a:solidFill>
              </a:rPr>
              <a:t>Exemple (absurde) - a/(1+b)=b/(1+a) ⇒ a=b (a,b&gt;0)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E203F72-9793-CC1C-FAE3-5E58417E07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114185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</a:rPr>
              <a:t>Contre-exemple — réfuter une assertion universelle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9247A60-B876-E2F1-8DE4-20C3B77E13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46538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Récurrence — principe et exemple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5D2C9C8-51BA-DAD3-6E64-2D54A683D0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257290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Mini-quiz (rapide)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C615480-56DA-6738-9BD4-FC58F9445F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400044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fr-FR" sz="3500">
                <a:solidFill>
                  <a:srgbClr val="FFFFFF"/>
                </a:solidFill>
              </a:rPr>
              <a:t>Wrap-up &amp; transition vers les exercices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44000"/>
            <a:ext cx="1152000" cy="684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00" y="144000"/>
            <a:ext cx="1152000" cy="684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9B171CE-1176-EFBB-7D34-7DC78C436D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901374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1811</TotalTime>
  <Words>1487</Words>
  <Application>Microsoft Office PowerPoint</Application>
  <PresentationFormat>On-screen Show (4:3)</PresentationFormat>
  <Paragraphs>207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Séance 2 - Logique Mathématiques pour Informaticien</vt:lpstr>
      <vt:lpstr>Objectifs de la séance</vt:lpstr>
      <vt:lpstr>Pourquoi la logique ? Ambiguïtés &amp; rigueur</vt:lpstr>
      <vt:lpstr>Assertions (propositions)</vt:lpstr>
      <vt:lpstr>Connecteurs logiques — définitions</vt:lpstr>
      <vt:lpstr>Table de vérité - ET (P ∧ Q)</vt:lpstr>
      <vt:lpstr>Table de vérité - OU (P ∨ Q)</vt:lpstr>
      <vt:lpstr>Table de vérité - NON (¬P)</vt:lpstr>
      <vt:lpstr>OU exclusif (XOR)</vt:lpstr>
      <vt:lpstr>Implication (P ⇒ Q)</vt:lpstr>
      <vt:lpstr>Table de vérité - Implication</vt:lpstr>
      <vt:lpstr>Biconditionnel (P ⇔ Q)</vt:lpstr>
      <vt:lpstr>Équivalences à connaître</vt:lpstr>
      <vt:lpstr>Atelier - vérifier des équivalences</vt:lpstr>
      <vt:lpstr>Quantificateurs - ∀ et ∃</vt:lpstr>
      <vt:lpstr>Exercices — traduire en logique</vt:lpstr>
      <vt:lpstr>Méthodes de raisonnement - panorama</vt:lpstr>
      <vt:lpstr>Exemple (direct) - somme de rationnels</vt:lpstr>
      <vt:lpstr>Exemple (cas par cas) - |x−1| ≤ x²−x+1</vt:lpstr>
      <vt:lpstr>Exemple (contraposée) - si n² est pair alors n est pair</vt:lpstr>
      <vt:lpstr>Exemple (absurde) - a/(1+b)=b/(1+a) ⇒ a=b (a,b&gt;0)</vt:lpstr>
      <vt:lpstr>Contre-exemple — réfuter une assertion universelle</vt:lpstr>
      <vt:lpstr>Récurrence — principe et exemple</vt:lpstr>
      <vt:lpstr>Mini-quiz (rapide)</vt:lpstr>
      <vt:lpstr>Wrap-up &amp; transition vers les exercices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Geovany Batista Polo Laguerre</cp:lastModifiedBy>
  <cp:revision>2</cp:revision>
  <dcterms:created xsi:type="dcterms:W3CDTF">2013-01-27T09:14:16Z</dcterms:created>
  <dcterms:modified xsi:type="dcterms:W3CDTF">2025-09-11T07:01:20Z</dcterms:modified>
  <cp:category/>
</cp:coreProperties>
</file>